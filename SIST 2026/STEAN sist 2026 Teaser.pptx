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</p:sldMasterIdLst>
  <p:notesMasterIdLst>
    <p:notesMasterId r:id="rId4"/>
  </p:notesMasterIdLst>
  <p:sldIdLst>
    <p:sldId id="256" r:id="rId5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5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Cliquez pour déplacer la diapo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14B689A-8FD7-4112-B0E3-6C92E88242FB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56DED4-6CF1-461A-BCC9-9AEE7206837F}" type="slidenum">
              <a:rPr lang="fr-F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slide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d slide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s slide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 hasCustomPrompt="1"/>
          </p:nvPr>
        </p:nvSpPr>
        <p:spPr>
          <a:xfrm>
            <a:off x="323640" y="339480"/>
            <a:ext cx="11572560" cy="72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Arial Unicode MS"/>
              </a:rPr>
              <a:t>BASIC LAYOUT</a:t>
            </a:r>
            <a:endParaRPr lang="en-U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2_Images &amp; 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 hasCustomPrompt="1"/>
          </p:nvPr>
        </p:nvSpPr>
        <p:spPr>
          <a:xfrm>
            <a:off x="4227480" y="0"/>
            <a:ext cx="7963920" cy="685728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Your Picture Here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ontents slide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5_Contents slide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1_Contents slide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2_Contents slide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3_Contents slide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6_Contents slide layou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0"/>
          <p:cNvSpPr/>
          <p:nvPr/>
        </p:nvSpPr>
        <p:spPr>
          <a:xfrm>
            <a:off x="3931200" y="4367520"/>
            <a:ext cx="797976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5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API Rest SensorThings</a:t>
            </a:r>
            <a:endParaRPr lang="fr-FR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Box 20"/>
          <p:cNvSpPr/>
          <p:nvPr/>
        </p:nvSpPr>
        <p:spPr>
          <a:xfrm>
            <a:off x="296280" y="5897880"/>
            <a:ext cx="3337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@SIST2026 Dijon</a:t>
            </a:r>
            <a:endParaRPr lang="fr-F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/>
          <p:cNvSpPr/>
          <p:nvPr/>
        </p:nvSpPr>
        <p:spPr>
          <a:xfrm>
            <a:off x="1028880" y="777240"/>
            <a:ext cx="10232640" cy="1775520"/>
          </a:xfrm>
          <a:prstGeom prst="rect">
            <a:avLst/>
          </a:prstGeom>
          <a:solidFill>
            <a:schemeClr val="dk2">
              <a:lumMod val="50000"/>
              <a:alpha val="70000"/>
            </a:schemeClr>
          </a:solidFill>
          <a:ln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" name="Rectangle: Rounded Corners 19"/>
          <p:cNvSpPr/>
          <p:nvPr/>
        </p:nvSpPr>
        <p:spPr>
          <a:xfrm>
            <a:off x="872640" y="422640"/>
            <a:ext cx="5865120" cy="4618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777960" y="335160"/>
            <a:ext cx="6054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fr-FR" sz="32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Théorie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Box 21"/>
          <p:cNvSpPr/>
          <p:nvPr/>
        </p:nvSpPr>
        <p:spPr>
          <a:xfrm>
            <a:off x="972000" y="1037520"/>
            <a:ext cx="1005228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Présentation rapide de l’API SensorThings qui est un standard ouvert, géospatial et unifié pour interconnecter, les données et les applications de l’Internet des objets (IoT) sur le Web.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972000" y="3202920"/>
            <a:ext cx="10379520" cy="3152520"/>
          </a:xfrm>
          <a:prstGeom prst="rect">
            <a:avLst/>
          </a:prstGeom>
          <a:solidFill>
            <a:schemeClr val="dk2">
              <a:lumMod val="50000"/>
              <a:alpha val="70000"/>
            </a:schemeClr>
          </a:solidFill>
          <a:ln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: Rounded Corners 19"/>
          <p:cNvSpPr/>
          <p:nvPr/>
        </p:nvSpPr>
        <p:spPr>
          <a:xfrm>
            <a:off x="972000" y="2788200"/>
            <a:ext cx="2801160" cy="6548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20"/>
          <p:cNvSpPr/>
          <p:nvPr/>
        </p:nvSpPr>
        <p:spPr>
          <a:xfrm>
            <a:off x="972000" y="2819160"/>
            <a:ext cx="2726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fr-FR" sz="32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Pratique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21"/>
          <p:cNvSpPr/>
          <p:nvPr/>
        </p:nvSpPr>
        <p:spPr>
          <a:xfrm>
            <a:off x="1118880" y="3502080"/>
            <a:ext cx="100522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Atelier autour de STEAN :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	</a:t>
            </a: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- installation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	</a:t>
            </a: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- premiers pas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	</a:t>
            </a: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- saisie de données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	</a:t>
            </a: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- apport de STEAN et la volumétrie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fr-FR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Dans la bonne humeur et la décontraction et le sérieux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over and End Slide Master">
  <a:themeElements>
    <a:clrScheme name="ALLPPT COLOR - 104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Arial" pitchFamily="0" charset="1"/>
      </a:majorFont>
      <a:minorFont>
        <a:latin typeface="Arial" pitchFamily="0" charset="1"/>
        <a:ea typeface="Arial Unicode MS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ts Slide Master">
  <a:themeElements>
    <a:clrScheme name="ALLPPT COLOR - 104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 pitchFamily="0" charset="1"/>
        <a:ea typeface="Arial Unicode MS" pitchFamily="0" charset="1"/>
        <a:cs typeface="Arial" pitchFamily="0" charset="1"/>
      </a:majorFont>
      <a:minorFont>
        <a:latin typeface="Arial" pitchFamily="0" charset="1"/>
        <a:ea typeface="Arial Unicode MS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2019-01-14T06:35:35Z</dcterms:created>
  <dc:creator>Mario.Adam@inrae.fr</dc:creator>
  <dc:description/>
  <dc:language>fr-FR</dc:language>
  <cp:lastModifiedBy/>
  <dcterms:modified xsi:type="dcterms:W3CDTF">2026-09-25T08:31:34Z</dcterms:modified>
  <cp:revision>346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25</vt:i4>
  </property>
  <property fmtid="{D5CDD505-2E9C-101B-9397-08002B2CF9AE}" pid="4" name="PresentationFormat">
    <vt:lpwstr>On-screen Show (4:3)</vt:lpwstr>
  </property>
  <property fmtid="{D5CDD505-2E9C-101B-9397-08002B2CF9AE}" pid="5" name="Slides">
    <vt:i4>25</vt:i4>
  </property>
</Properties>
</file>