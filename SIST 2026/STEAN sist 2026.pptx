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5.xml" ContentType="application/vnd.openxmlformats-officedocument.presentationml.slide+xml"/>
  <Override PartName="/ppt/slides/slide24.xml" ContentType="application/vnd.openxmlformats-officedocument.presentationml.slide+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docProps/core.xml" ContentType="application/vnd.openxmlformats-package.core-properties+xml"/>
  <Override PartName="/ppt/slideLayouts/slideLayout2.xml" ContentType="application/vnd.openxmlformats-officedocument.presentationml.slideLayout+xml"/>
  <Override PartName="/ppt/presProps.xml" ContentType="application/vnd.openxmlformats-officedocument.presentationml.presProps+xml"/>
  <Override PartName="/ppt/theme/theme3.xml" ContentType="application/vnd.openxmlformats-officedocument.theme+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 id="2147483653" r:id="rId2"/>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howGuides="1" snapToGrid="0">
      <p:cViewPr varScale="1">
        <p:scale>
          <a:sx n="109" d="100"/>
          <a:sy n="109" d="100"/>
        </p:scale>
        <p:origin x="852" y="108"/>
      </p:cViewPr>
      <p:guideLst>
        <p:guide pos="2352" orient="horz"/>
        <p:guide pos="384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theme" Target="theme/theme1.xml"/><Relationship Id="rId4" Type="http://schemas.openxmlformats.org/officeDocument/2006/relationships/theme" Target="theme/theme2.xml"/><Relationship Id="rId5" Type="http://schemas.openxmlformats.org/officeDocument/2006/relationships/theme" Target="theme/theme3.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notesMaster" Target="notesMasters/notesMaster1.xml"/><Relationship Id="rId32" Type="http://schemas.openxmlformats.org/officeDocument/2006/relationships/presProps" Target="presProps.xml" /><Relationship Id="rId33" Type="http://schemas.openxmlformats.org/officeDocument/2006/relationships/tableStyles" Target="tableStyles.xml" /><Relationship Id="rId3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10092583" name="Espace réservé de l'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1317369787" name="Espace réservé de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199D184-E587-4C6C-A8B5-026A8E064B9C}" type="datetimeFigureOut">
              <a:rPr lang="fr-FR"/>
              <a:t>14/09/2026</a:t>
            </a:fld>
            <a:endParaRPr lang="fr-FR"/>
          </a:p>
        </p:txBody>
      </p:sp>
      <p:sp>
        <p:nvSpPr>
          <p:cNvPr id="2131803026" name="Espace réservé de l'image des diapositives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1254750052" name="Espace réservé des notes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88272553"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1837843035"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792A28F-C645-48A9-9F87-C238F64B02A1}" type="slidenum">
              <a:rPr lang="fr-FR"/>
              <a:t>‹N°›</a:t>
            </a:fld>
            <a:endParaRPr lang="fr-F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1215506" name="Espace réservé de l'image des diapositives 1"/>
          <p:cNvSpPr>
            <a:spLocks noChangeAspect="1" noGrp="1" noRot="1"/>
          </p:cNvSpPr>
          <p:nvPr>
            <p:ph type="sldImg"/>
          </p:nvPr>
        </p:nvSpPr>
        <p:spPr bwMode="auto"/>
      </p:sp>
      <p:sp>
        <p:nvSpPr>
          <p:cNvPr id="562682865" name="Espace réservé des notes 2"/>
          <p:cNvSpPr>
            <a:spLocks noGrp="1"/>
          </p:cNvSpPr>
          <p:nvPr>
            <p:ph type="body" idx="1"/>
          </p:nvPr>
        </p:nvSpPr>
        <p:spPr bwMode="auto"/>
        <p:txBody>
          <a:bodyPr/>
          <a:lstStyle/>
          <a:p>
            <a:pPr>
              <a:defRPr/>
            </a:pPr>
            <a:endParaRPr lang="fr-FR"/>
          </a:p>
        </p:txBody>
      </p:sp>
      <p:sp>
        <p:nvSpPr>
          <p:cNvPr id="744062765" name="Espace réservé du numéro de diapositive 3"/>
          <p:cNvSpPr>
            <a:spLocks noGrp="1"/>
          </p:cNvSpPr>
          <p:nvPr>
            <p:ph type="sldNum" sz="quarter" idx="10"/>
          </p:nvPr>
        </p:nvSpPr>
        <p:spPr bwMode="auto"/>
        <p:txBody>
          <a:bodyPr/>
          <a:lstStyle/>
          <a:p>
            <a:pPr>
              <a:defRPr/>
            </a:pPr>
            <a:fld id="{2792A28F-C645-48A9-9F87-C238F64B02A1}" type="slidenum">
              <a:rPr lang="fr-FR"/>
              <a:t>1</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0857557" name="Slide Image Placeholder 1"/>
          <p:cNvSpPr>
            <a:spLocks noChangeAspect="1" noGrp="1" noRot="1"/>
          </p:cNvSpPr>
          <p:nvPr>
            <p:ph type="sldImg"/>
          </p:nvPr>
        </p:nvSpPr>
        <p:spPr bwMode="auto"/>
      </p:sp>
      <p:sp>
        <p:nvSpPr>
          <p:cNvPr id="1896425868" name="Notes Placeholder 2"/>
          <p:cNvSpPr>
            <a:spLocks noGrp="1"/>
          </p:cNvSpPr>
          <p:nvPr>
            <p:ph type="body" idx="1"/>
          </p:nvPr>
        </p:nvSpPr>
        <p:spPr bwMode="auto"/>
        <p:txBody>
          <a:bodyPr/>
          <a:lstStyle/>
          <a:p>
            <a:pPr>
              <a:defRPr/>
            </a:pPr>
            <a:endParaRPr/>
          </a:p>
        </p:txBody>
      </p:sp>
      <p:sp>
        <p:nvSpPr>
          <p:cNvPr id="891908218" name="Slide Number Placeholder 3"/>
          <p:cNvSpPr>
            <a:spLocks noGrp="1"/>
          </p:cNvSpPr>
          <p:nvPr>
            <p:ph type="sldNum" sz="quarter" idx="10"/>
          </p:nvPr>
        </p:nvSpPr>
        <p:spPr bwMode="auto"/>
        <p:txBody>
          <a:bodyPr/>
          <a:lstStyle/>
          <a:p>
            <a:pPr>
              <a:defRPr/>
            </a:pPr>
            <a:fld id="{9C81C5C9-FBB1-1CC6-BFF0-390B2127A2B2}"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84171" name="Slide Image Placeholder 1"/>
          <p:cNvSpPr>
            <a:spLocks noChangeAspect="1" noGrp="1" noRot="1"/>
          </p:cNvSpPr>
          <p:nvPr>
            <p:ph type="sldImg"/>
          </p:nvPr>
        </p:nvSpPr>
        <p:spPr bwMode="auto"/>
      </p:sp>
      <p:sp>
        <p:nvSpPr>
          <p:cNvPr id="1109127428" name="Notes Placeholder 2"/>
          <p:cNvSpPr>
            <a:spLocks noGrp="1"/>
          </p:cNvSpPr>
          <p:nvPr>
            <p:ph type="body" idx="1"/>
          </p:nvPr>
        </p:nvSpPr>
        <p:spPr bwMode="auto"/>
        <p:txBody>
          <a:bodyPr/>
          <a:lstStyle/>
          <a:p>
            <a:pPr>
              <a:defRPr/>
            </a:pPr>
            <a:endParaRPr/>
          </a:p>
        </p:txBody>
      </p:sp>
      <p:sp>
        <p:nvSpPr>
          <p:cNvPr id="1071907649" name="Slide Number Placeholder 3"/>
          <p:cNvSpPr>
            <a:spLocks noGrp="1"/>
          </p:cNvSpPr>
          <p:nvPr>
            <p:ph type="sldNum" sz="quarter" idx="10"/>
          </p:nvPr>
        </p:nvSpPr>
        <p:spPr bwMode="auto"/>
        <p:txBody>
          <a:bodyPr/>
          <a:lstStyle/>
          <a:p>
            <a:pPr>
              <a:defRPr/>
            </a:pPr>
            <a:fld id="{68539E6F-0018-4D1C-8FD8-27591CE186D5}"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8377132" name="Slide Image Placeholder 1"/>
          <p:cNvSpPr>
            <a:spLocks noChangeAspect="1" noGrp="1" noRot="1"/>
          </p:cNvSpPr>
          <p:nvPr>
            <p:ph type="sldImg"/>
          </p:nvPr>
        </p:nvSpPr>
        <p:spPr bwMode="auto"/>
      </p:sp>
      <p:sp>
        <p:nvSpPr>
          <p:cNvPr id="1433033525" name="Notes Placeholder 2"/>
          <p:cNvSpPr>
            <a:spLocks noGrp="1"/>
          </p:cNvSpPr>
          <p:nvPr>
            <p:ph type="body" idx="1"/>
          </p:nvPr>
        </p:nvSpPr>
        <p:spPr bwMode="auto"/>
        <p:txBody>
          <a:bodyPr/>
          <a:lstStyle/>
          <a:p>
            <a:pPr>
              <a:defRPr/>
            </a:pPr>
            <a:endParaRPr/>
          </a:p>
        </p:txBody>
      </p:sp>
      <p:sp>
        <p:nvSpPr>
          <p:cNvPr id="655342974" name="Slide Number Placeholder 3"/>
          <p:cNvSpPr>
            <a:spLocks noGrp="1"/>
          </p:cNvSpPr>
          <p:nvPr>
            <p:ph type="sldNum" sz="quarter" idx="10"/>
          </p:nvPr>
        </p:nvSpPr>
        <p:spPr bwMode="auto"/>
        <p:txBody>
          <a:bodyPr/>
          <a:lstStyle/>
          <a:p>
            <a:pPr>
              <a:defRPr/>
            </a:pPr>
            <a:fld id="{28AC7264-6BF7-C3E1-A080-81223972DE97}"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5505507" name="Slide Image Placeholder 1"/>
          <p:cNvSpPr>
            <a:spLocks noChangeAspect="1" noGrp="1" noRot="1"/>
          </p:cNvSpPr>
          <p:nvPr>
            <p:ph type="sldImg"/>
          </p:nvPr>
        </p:nvSpPr>
        <p:spPr bwMode="auto"/>
      </p:sp>
      <p:sp>
        <p:nvSpPr>
          <p:cNvPr id="1372698967" name="Notes Placeholder 2"/>
          <p:cNvSpPr>
            <a:spLocks noGrp="1"/>
          </p:cNvSpPr>
          <p:nvPr>
            <p:ph type="body" idx="1"/>
          </p:nvPr>
        </p:nvSpPr>
        <p:spPr bwMode="auto"/>
        <p:txBody>
          <a:bodyPr/>
          <a:lstStyle/>
          <a:p>
            <a:pPr>
              <a:defRPr/>
            </a:pPr>
            <a:endParaRPr/>
          </a:p>
        </p:txBody>
      </p:sp>
      <p:sp>
        <p:nvSpPr>
          <p:cNvPr id="1154997218" name="Slide Number Placeholder 3"/>
          <p:cNvSpPr>
            <a:spLocks noGrp="1"/>
          </p:cNvSpPr>
          <p:nvPr>
            <p:ph type="sldNum" sz="quarter" idx="10"/>
          </p:nvPr>
        </p:nvSpPr>
        <p:spPr bwMode="auto"/>
        <p:txBody>
          <a:bodyPr/>
          <a:lstStyle/>
          <a:p>
            <a:pPr>
              <a:defRPr/>
            </a:pPr>
            <a:fld id="{F01BC483-DED1-19CA-0314-06CBA995DA80}"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2083222" name="Slide Image Placeholder 1"/>
          <p:cNvSpPr>
            <a:spLocks noChangeAspect="1" noGrp="1" noRot="1"/>
          </p:cNvSpPr>
          <p:nvPr>
            <p:ph type="sldImg"/>
          </p:nvPr>
        </p:nvSpPr>
        <p:spPr bwMode="auto"/>
      </p:sp>
      <p:sp>
        <p:nvSpPr>
          <p:cNvPr id="1440029366" name="Notes Placeholder 2"/>
          <p:cNvSpPr>
            <a:spLocks noGrp="1"/>
          </p:cNvSpPr>
          <p:nvPr>
            <p:ph type="body" idx="1"/>
          </p:nvPr>
        </p:nvSpPr>
        <p:spPr bwMode="auto"/>
        <p:txBody>
          <a:bodyPr/>
          <a:lstStyle/>
          <a:p>
            <a:pPr>
              <a:defRPr/>
            </a:pPr>
            <a:endParaRPr/>
          </a:p>
        </p:txBody>
      </p:sp>
      <p:sp>
        <p:nvSpPr>
          <p:cNvPr id="31474637" name="Slide Number Placeholder 3"/>
          <p:cNvSpPr>
            <a:spLocks noGrp="1"/>
          </p:cNvSpPr>
          <p:nvPr>
            <p:ph type="sldNum" sz="quarter" idx="10"/>
          </p:nvPr>
        </p:nvSpPr>
        <p:spPr bwMode="auto"/>
        <p:txBody>
          <a:bodyPr/>
          <a:lstStyle/>
          <a:p>
            <a:pPr>
              <a:defRPr/>
            </a:pPr>
            <a:fld id="{523B63BE-41FC-A8A0-40A9-8165BF627B2E}"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7363664" name="Slide Image Placeholder 1"/>
          <p:cNvSpPr>
            <a:spLocks noChangeAspect="1" noGrp="1" noRot="1"/>
          </p:cNvSpPr>
          <p:nvPr>
            <p:ph type="sldImg"/>
          </p:nvPr>
        </p:nvSpPr>
        <p:spPr bwMode="auto"/>
      </p:sp>
      <p:sp>
        <p:nvSpPr>
          <p:cNvPr id="1813745289" name="Notes Placeholder 2"/>
          <p:cNvSpPr>
            <a:spLocks noGrp="1"/>
          </p:cNvSpPr>
          <p:nvPr>
            <p:ph type="body" idx="1"/>
          </p:nvPr>
        </p:nvSpPr>
        <p:spPr bwMode="auto"/>
        <p:txBody>
          <a:bodyPr/>
          <a:lstStyle/>
          <a:p>
            <a:pPr>
              <a:defRPr/>
            </a:pPr>
            <a:endParaRPr/>
          </a:p>
        </p:txBody>
      </p:sp>
      <p:sp>
        <p:nvSpPr>
          <p:cNvPr id="1242592662" name="Slide Number Placeholder 3"/>
          <p:cNvSpPr>
            <a:spLocks noGrp="1"/>
          </p:cNvSpPr>
          <p:nvPr>
            <p:ph type="sldNum" sz="quarter" idx="10"/>
          </p:nvPr>
        </p:nvSpPr>
        <p:spPr bwMode="auto"/>
        <p:txBody>
          <a:bodyPr/>
          <a:lstStyle/>
          <a:p>
            <a:pPr>
              <a:defRPr/>
            </a:pPr>
            <a:fld id="{C6E5A3C6-F0F2-D947-E5DE-C26882544138}"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37240907" name="Slide Image Placeholder 1"/>
          <p:cNvSpPr>
            <a:spLocks noChangeAspect="1" noGrp="1" noRot="1"/>
          </p:cNvSpPr>
          <p:nvPr>
            <p:ph type="sldImg"/>
          </p:nvPr>
        </p:nvSpPr>
        <p:spPr bwMode="auto"/>
      </p:sp>
      <p:sp>
        <p:nvSpPr>
          <p:cNvPr id="1530710275" name="Notes Placeholder 2"/>
          <p:cNvSpPr>
            <a:spLocks noGrp="1"/>
          </p:cNvSpPr>
          <p:nvPr>
            <p:ph type="body" idx="1"/>
          </p:nvPr>
        </p:nvSpPr>
        <p:spPr bwMode="auto"/>
        <p:txBody>
          <a:bodyPr/>
          <a:lstStyle/>
          <a:p>
            <a:pPr>
              <a:defRPr/>
            </a:pPr>
            <a:endParaRPr/>
          </a:p>
        </p:txBody>
      </p:sp>
      <p:sp>
        <p:nvSpPr>
          <p:cNvPr id="604221993" name="Slide Number Placeholder 3"/>
          <p:cNvSpPr>
            <a:spLocks noGrp="1"/>
          </p:cNvSpPr>
          <p:nvPr>
            <p:ph type="sldNum" sz="quarter" idx="10"/>
          </p:nvPr>
        </p:nvSpPr>
        <p:spPr bwMode="auto"/>
        <p:txBody>
          <a:bodyPr/>
          <a:lstStyle/>
          <a:p>
            <a:pPr>
              <a:defRPr/>
            </a:pPr>
            <a:fld id="{F399157D-C8B3-9301-43C6-A64A6305154E}"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1944239" name="Slide Image Placeholder 1"/>
          <p:cNvSpPr>
            <a:spLocks noChangeAspect="1" noGrp="1" noRot="1"/>
          </p:cNvSpPr>
          <p:nvPr>
            <p:ph type="sldImg"/>
          </p:nvPr>
        </p:nvSpPr>
        <p:spPr bwMode="auto"/>
      </p:sp>
      <p:sp>
        <p:nvSpPr>
          <p:cNvPr id="741466975" name="Notes Placeholder 2"/>
          <p:cNvSpPr>
            <a:spLocks noGrp="1"/>
          </p:cNvSpPr>
          <p:nvPr>
            <p:ph type="body" idx="1"/>
          </p:nvPr>
        </p:nvSpPr>
        <p:spPr bwMode="auto"/>
        <p:txBody>
          <a:bodyPr/>
          <a:lstStyle/>
          <a:p>
            <a:pPr>
              <a:defRPr/>
            </a:pPr>
            <a:endParaRPr/>
          </a:p>
        </p:txBody>
      </p:sp>
      <p:sp>
        <p:nvSpPr>
          <p:cNvPr id="743348169" name="Slide Number Placeholder 3"/>
          <p:cNvSpPr>
            <a:spLocks noGrp="1"/>
          </p:cNvSpPr>
          <p:nvPr>
            <p:ph type="sldNum" sz="quarter" idx="10"/>
          </p:nvPr>
        </p:nvSpPr>
        <p:spPr bwMode="auto"/>
        <p:txBody>
          <a:bodyPr/>
          <a:lstStyle/>
          <a:p>
            <a:pPr>
              <a:defRPr/>
            </a:pPr>
            <a:fld id="{EF7684CC-FF08-D1E0-0480-EE33F01FA5D4}"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0957390" name="Slide Image Placeholder 1"/>
          <p:cNvSpPr>
            <a:spLocks noChangeAspect="1" noGrp="1" noRot="1"/>
          </p:cNvSpPr>
          <p:nvPr>
            <p:ph type="sldImg"/>
          </p:nvPr>
        </p:nvSpPr>
        <p:spPr bwMode="auto"/>
      </p:sp>
      <p:sp>
        <p:nvSpPr>
          <p:cNvPr id="2116603356" name="Notes Placeholder 2"/>
          <p:cNvSpPr>
            <a:spLocks noGrp="1"/>
          </p:cNvSpPr>
          <p:nvPr>
            <p:ph type="body" idx="1"/>
          </p:nvPr>
        </p:nvSpPr>
        <p:spPr bwMode="auto"/>
        <p:txBody>
          <a:bodyPr/>
          <a:lstStyle/>
          <a:p>
            <a:pPr>
              <a:defRPr/>
            </a:pPr>
            <a:endParaRPr/>
          </a:p>
        </p:txBody>
      </p:sp>
      <p:sp>
        <p:nvSpPr>
          <p:cNvPr id="487720685" name="Slide Number Placeholder 3"/>
          <p:cNvSpPr>
            <a:spLocks noGrp="1"/>
          </p:cNvSpPr>
          <p:nvPr>
            <p:ph type="sldNum" sz="quarter" idx="10"/>
          </p:nvPr>
        </p:nvSpPr>
        <p:spPr bwMode="auto"/>
        <p:txBody>
          <a:bodyPr/>
          <a:lstStyle/>
          <a:p>
            <a:pPr>
              <a:defRPr/>
            </a:pPr>
            <a:fld id="{6B7D80C6-CFE8-59A0-CC46-7659C559E1A1}"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4761007" name="Slide Image Placeholder 1"/>
          <p:cNvSpPr>
            <a:spLocks noChangeAspect="1" noGrp="1" noRot="1"/>
          </p:cNvSpPr>
          <p:nvPr>
            <p:ph type="sldImg"/>
          </p:nvPr>
        </p:nvSpPr>
        <p:spPr bwMode="auto"/>
      </p:sp>
      <p:sp>
        <p:nvSpPr>
          <p:cNvPr id="138355344" name="Notes Placeholder 2"/>
          <p:cNvSpPr>
            <a:spLocks noGrp="1"/>
          </p:cNvSpPr>
          <p:nvPr>
            <p:ph type="body" idx="1"/>
          </p:nvPr>
        </p:nvSpPr>
        <p:spPr bwMode="auto"/>
        <p:txBody>
          <a:bodyPr/>
          <a:lstStyle/>
          <a:p>
            <a:pPr>
              <a:defRPr/>
            </a:pPr>
            <a:endParaRPr/>
          </a:p>
        </p:txBody>
      </p:sp>
      <p:sp>
        <p:nvSpPr>
          <p:cNvPr id="1948627601" name="Slide Number Placeholder 3"/>
          <p:cNvSpPr>
            <a:spLocks noGrp="1"/>
          </p:cNvSpPr>
          <p:nvPr>
            <p:ph type="sldNum" sz="quarter" idx="10"/>
          </p:nvPr>
        </p:nvSpPr>
        <p:spPr bwMode="auto"/>
        <p:txBody>
          <a:bodyPr/>
          <a:lstStyle/>
          <a:p>
            <a:pPr>
              <a:defRPr/>
            </a:pPr>
            <a:fld id="{5E15A04F-835E-45B5-C5E6-02F91F6E162F}"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5719385" name="Slide Image Placeholder 1"/>
          <p:cNvSpPr>
            <a:spLocks noChangeAspect="1" noGrp="1" noRot="1"/>
          </p:cNvSpPr>
          <p:nvPr>
            <p:ph type="sldImg"/>
          </p:nvPr>
        </p:nvSpPr>
        <p:spPr bwMode="auto"/>
      </p:sp>
      <p:sp>
        <p:nvSpPr>
          <p:cNvPr id="119739091" name="Notes Placeholder 2"/>
          <p:cNvSpPr>
            <a:spLocks noGrp="1"/>
          </p:cNvSpPr>
          <p:nvPr>
            <p:ph type="body" idx="1"/>
          </p:nvPr>
        </p:nvSpPr>
        <p:spPr bwMode="auto"/>
        <p:txBody>
          <a:bodyPr/>
          <a:lstStyle/>
          <a:p>
            <a:pPr>
              <a:defRPr/>
            </a:pPr>
            <a:endParaRPr/>
          </a:p>
        </p:txBody>
      </p:sp>
      <p:sp>
        <p:nvSpPr>
          <p:cNvPr id="383538631" name="Slide Number Placeholder 3"/>
          <p:cNvSpPr>
            <a:spLocks noGrp="1"/>
          </p:cNvSpPr>
          <p:nvPr>
            <p:ph type="sldNum" sz="quarter" idx="10"/>
          </p:nvPr>
        </p:nvSpPr>
        <p:spPr bwMode="auto"/>
        <p:txBody>
          <a:bodyPr/>
          <a:lstStyle/>
          <a:p>
            <a:pPr>
              <a:defRPr/>
            </a:pPr>
            <a:fld id="{8422A180-E4FC-5A38-E854-C4EF0B099B27}"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4933201" name="Slide Image Placeholder 1"/>
          <p:cNvSpPr>
            <a:spLocks noChangeAspect="1" noGrp="1" noRot="1"/>
          </p:cNvSpPr>
          <p:nvPr>
            <p:ph type="sldImg"/>
          </p:nvPr>
        </p:nvSpPr>
        <p:spPr bwMode="auto"/>
      </p:sp>
      <p:sp>
        <p:nvSpPr>
          <p:cNvPr id="1416636898" name="Notes Placeholder 2"/>
          <p:cNvSpPr>
            <a:spLocks noGrp="1"/>
          </p:cNvSpPr>
          <p:nvPr>
            <p:ph type="body" idx="1"/>
          </p:nvPr>
        </p:nvSpPr>
        <p:spPr bwMode="auto"/>
        <p:txBody>
          <a:bodyPr/>
          <a:lstStyle/>
          <a:p>
            <a:pPr>
              <a:defRPr/>
            </a:pPr>
            <a:endParaRPr/>
          </a:p>
        </p:txBody>
      </p:sp>
      <p:sp>
        <p:nvSpPr>
          <p:cNvPr id="780616379" name="Slide Number Placeholder 3"/>
          <p:cNvSpPr>
            <a:spLocks noGrp="1"/>
          </p:cNvSpPr>
          <p:nvPr>
            <p:ph type="sldNum" sz="quarter" idx="10"/>
          </p:nvPr>
        </p:nvSpPr>
        <p:spPr bwMode="auto"/>
        <p:txBody>
          <a:bodyPr/>
          <a:lstStyle/>
          <a:p>
            <a:pPr>
              <a:defRPr/>
            </a:pPr>
            <a:fld id="{9BE629DF-4745-3645-53BE-7D71E4D59FB9}"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5216883" name="Slide Image Placeholder 1"/>
          <p:cNvSpPr>
            <a:spLocks noChangeAspect="1" noGrp="1" noRot="1"/>
          </p:cNvSpPr>
          <p:nvPr>
            <p:ph type="sldImg"/>
          </p:nvPr>
        </p:nvSpPr>
        <p:spPr bwMode="auto"/>
      </p:sp>
      <p:sp>
        <p:nvSpPr>
          <p:cNvPr id="415858206" name="Notes Placeholder 2"/>
          <p:cNvSpPr>
            <a:spLocks noGrp="1"/>
          </p:cNvSpPr>
          <p:nvPr>
            <p:ph type="body" idx="1"/>
          </p:nvPr>
        </p:nvSpPr>
        <p:spPr bwMode="auto"/>
        <p:txBody>
          <a:bodyPr/>
          <a:lstStyle/>
          <a:p>
            <a:pPr>
              <a:defRPr/>
            </a:pPr>
            <a:endParaRPr/>
          </a:p>
        </p:txBody>
      </p:sp>
      <p:sp>
        <p:nvSpPr>
          <p:cNvPr id="1139578360" name="Slide Number Placeholder 3"/>
          <p:cNvSpPr>
            <a:spLocks noGrp="1"/>
          </p:cNvSpPr>
          <p:nvPr>
            <p:ph type="sldNum" sz="quarter" idx="10"/>
          </p:nvPr>
        </p:nvSpPr>
        <p:spPr bwMode="auto"/>
        <p:txBody>
          <a:bodyPr/>
          <a:lstStyle/>
          <a:p>
            <a:pPr>
              <a:defRPr/>
            </a:pPr>
            <a:fld id="{6A757EF1-FDA8-D0AE-F256-73FE866DFA90}"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4223600" name="Slide Image Placeholder 1"/>
          <p:cNvSpPr>
            <a:spLocks noChangeAspect="1" noGrp="1" noRot="1"/>
          </p:cNvSpPr>
          <p:nvPr>
            <p:ph type="sldImg"/>
          </p:nvPr>
        </p:nvSpPr>
        <p:spPr bwMode="auto"/>
      </p:sp>
      <p:sp>
        <p:nvSpPr>
          <p:cNvPr id="1460329551" name="Notes Placeholder 2"/>
          <p:cNvSpPr>
            <a:spLocks noGrp="1"/>
          </p:cNvSpPr>
          <p:nvPr>
            <p:ph type="body" idx="1"/>
          </p:nvPr>
        </p:nvSpPr>
        <p:spPr bwMode="auto"/>
        <p:txBody>
          <a:bodyPr/>
          <a:lstStyle/>
          <a:p>
            <a:pPr>
              <a:defRPr/>
            </a:pPr>
            <a:endParaRPr/>
          </a:p>
        </p:txBody>
      </p:sp>
      <p:sp>
        <p:nvSpPr>
          <p:cNvPr id="1352767729" name="Slide Number Placeholder 3"/>
          <p:cNvSpPr>
            <a:spLocks noGrp="1"/>
          </p:cNvSpPr>
          <p:nvPr>
            <p:ph type="sldNum" sz="quarter" idx="10"/>
          </p:nvPr>
        </p:nvSpPr>
        <p:spPr bwMode="auto"/>
        <p:txBody>
          <a:bodyPr/>
          <a:lstStyle/>
          <a:p>
            <a:pPr>
              <a:defRPr/>
            </a:pPr>
            <a:fld id="{3EA04BC0-592B-668A-2FCF-D73AAAA9FDB8}"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854353" name="Slide Image Placeholder 1"/>
          <p:cNvSpPr>
            <a:spLocks noChangeAspect="1" noGrp="1" noRot="1"/>
          </p:cNvSpPr>
          <p:nvPr>
            <p:ph type="sldImg"/>
          </p:nvPr>
        </p:nvSpPr>
        <p:spPr bwMode="auto"/>
      </p:sp>
      <p:sp>
        <p:nvSpPr>
          <p:cNvPr id="1678299104" name="Notes Placeholder 2"/>
          <p:cNvSpPr>
            <a:spLocks noGrp="1"/>
          </p:cNvSpPr>
          <p:nvPr>
            <p:ph type="body" idx="1"/>
          </p:nvPr>
        </p:nvSpPr>
        <p:spPr bwMode="auto"/>
        <p:txBody>
          <a:bodyPr/>
          <a:lstStyle/>
          <a:p>
            <a:pPr>
              <a:defRPr/>
            </a:pPr>
            <a:endParaRPr/>
          </a:p>
        </p:txBody>
      </p:sp>
      <p:sp>
        <p:nvSpPr>
          <p:cNvPr id="1078974405" name="Slide Number Placeholder 3"/>
          <p:cNvSpPr>
            <a:spLocks noGrp="1"/>
          </p:cNvSpPr>
          <p:nvPr>
            <p:ph type="sldNum" sz="quarter" idx="10"/>
          </p:nvPr>
        </p:nvSpPr>
        <p:spPr bwMode="auto"/>
        <p:txBody>
          <a:bodyPr/>
          <a:lstStyle/>
          <a:p>
            <a:pPr>
              <a:defRPr/>
            </a:pPr>
            <a:fld id="{1E42E0A8-ED02-59BD-2FD8-4A27E1B87AB1}"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6767547" name="Slide Image Placeholder 1"/>
          <p:cNvSpPr>
            <a:spLocks noChangeAspect="1" noGrp="1" noRot="1"/>
          </p:cNvSpPr>
          <p:nvPr>
            <p:ph type="sldImg"/>
          </p:nvPr>
        </p:nvSpPr>
        <p:spPr bwMode="auto"/>
      </p:sp>
      <p:sp>
        <p:nvSpPr>
          <p:cNvPr id="1645700452" name="Notes Placeholder 2"/>
          <p:cNvSpPr>
            <a:spLocks noGrp="1"/>
          </p:cNvSpPr>
          <p:nvPr>
            <p:ph type="body" idx="1"/>
          </p:nvPr>
        </p:nvSpPr>
        <p:spPr bwMode="auto"/>
        <p:txBody>
          <a:bodyPr/>
          <a:lstStyle/>
          <a:p>
            <a:pPr>
              <a:defRPr/>
            </a:pPr>
            <a:endParaRPr/>
          </a:p>
        </p:txBody>
      </p:sp>
      <p:sp>
        <p:nvSpPr>
          <p:cNvPr id="400411906" name="Slide Number Placeholder 3"/>
          <p:cNvSpPr>
            <a:spLocks noGrp="1"/>
          </p:cNvSpPr>
          <p:nvPr>
            <p:ph type="sldNum" sz="quarter" idx="10"/>
          </p:nvPr>
        </p:nvSpPr>
        <p:spPr bwMode="auto"/>
        <p:txBody>
          <a:bodyPr/>
          <a:lstStyle/>
          <a:p>
            <a:pPr>
              <a:defRPr/>
            </a:pPr>
            <a:fld id="{083D6971-6866-632C-B274-F06B681AA5BD}"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1402191" name="Slide Image Placeholder 1"/>
          <p:cNvSpPr>
            <a:spLocks noChangeAspect="1" noGrp="1" noRot="1"/>
          </p:cNvSpPr>
          <p:nvPr>
            <p:ph type="sldImg"/>
          </p:nvPr>
        </p:nvSpPr>
        <p:spPr bwMode="auto"/>
      </p:sp>
      <p:sp>
        <p:nvSpPr>
          <p:cNvPr id="889501099" name="Notes Placeholder 2"/>
          <p:cNvSpPr>
            <a:spLocks noGrp="1"/>
          </p:cNvSpPr>
          <p:nvPr>
            <p:ph type="body" idx="1"/>
          </p:nvPr>
        </p:nvSpPr>
        <p:spPr bwMode="auto"/>
        <p:txBody>
          <a:bodyPr/>
          <a:lstStyle/>
          <a:p>
            <a:pPr>
              <a:defRPr/>
            </a:pPr>
            <a:endParaRPr/>
          </a:p>
        </p:txBody>
      </p:sp>
      <p:sp>
        <p:nvSpPr>
          <p:cNvPr id="1044280654" name="Slide Number Placeholder 3"/>
          <p:cNvSpPr>
            <a:spLocks noGrp="1"/>
          </p:cNvSpPr>
          <p:nvPr>
            <p:ph type="sldNum" sz="quarter" idx="10"/>
          </p:nvPr>
        </p:nvSpPr>
        <p:spPr bwMode="auto"/>
        <p:txBody>
          <a:bodyPr/>
          <a:lstStyle/>
          <a:p>
            <a:pPr>
              <a:defRPr/>
            </a:pPr>
            <a:fld id="{60B120CE-F561-84BA-5429-5950EC2D9A17}"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1544979" name="Slide Image Placeholder 1"/>
          <p:cNvSpPr>
            <a:spLocks noChangeAspect="1" noGrp="1" noRot="1"/>
          </p:cNvSpPr>
          <p:nvPr>
            <p:ph type="sldImg"/>
          </p:nvPr>
        </p:nvSpPr>
        <p:spPr bwMode="auto"/>
      </p:sp>
      <p:sp>
        <p:nvSpPr>
          <p:cNvPr id="1336351565" name="Notes Placeholder 2"/>
          <p:cNvSpPr>
            <a:spLocks noGrp="1"/>
          </p:cNvSpPr>
          <p:nvPr>
            <p:ph type="body" idx="1"/>
          </p:nvPr>
        </p:nvSpPr>
        <p:spPr bwMode="auto"/>
        <p:txBody>
          <a:bodyPr/>
          <a:lstStyle/>
          <a:p>
            <a:pPr>
              <a:defRPr/>
            </a:pPr>
            <a:endParaRPr/>
          </a:p>
        </p:txBody>
      </p:sp>
      <p:sp>
        <p:nvSpPr>
          <p:cNvPr id="946382490" name="Slide Number Placeholder 3"/>
          <p:cNvSpPr>
            <a:spLocks noGrp="1"/>
          </p:cNvSpPr>
          <p:nvPr>
            <p:ph type="sldNum" sz="quarter" idx="10"/>
          </p:nvPr>
        </p:nvSpPr>
        <p:spPr bwMode="auto"/>
        <p:txBody>
          <a:bodyPr/>
          <a:lstStyle/>
          <a:p>
            <a:pPr>
              <a:defRPr/>
            </a:pPr>
            <a:fld id="{8588D940-EF77-9DCF-9F19-4DB293DE0648}"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7684472" name="Slide Image Placeholder 1"/>
          <p:cNvSpPr>
            <a:spLocks noChangeAspect="1" noGrp="1" noRot="1"/>
          </p:cNvSpPr>
          <p:nvPr>
            <p:ph type="sldImg"/>
          </p:nvPr>
        </p:nvSpPr>
        <p:spPr bwMode="auto"/>
      </p:sp>
      <p:sp>
        <p:nvSpPr>
          <p:cNvPr id="118419679" name="Notes Placeholder 2"/>
          <p:cNvSpPr>
            <a:spLocks noGrp="1"/>
          </p:cNvSpPr>
          <p:nvPr>
            <p:ph type="body" idx="1"/>
          </p:nvPr>
        </p:nvSpPr>
        <p:spPr bwMode="auto"/>
        <p:txBody>
          <a:bodyPr/>
          <a:lstStyle/>
          <a:p>
            <a:pPr>
              <a:defRPr/>
            </a:pPr>
            <a:endParaRPr/>
          </a:p>
        </p:txBody>
      </p:sp>
      <p:sp>
        <p:nvSpPr>
          <p:cNvPr id="248671575" name="Slide Number Placeholder 3"/>
          <p:cNvSpPr>
            <a:spLocks noGrp="1"/>
          </p:cNvSpPr>
          <p:nvPr>
            <p:ph type="sldNum" sz="quarter" idx="10"/>
          </p:nvPr>
        </p:nvSpPr>
        <p:spPr bwMode="auto"/>
        <p:txBody>
          <a:bodyPr/>
          <a:lstStyle/>
          <a:p>
            <a:pPr>
              <a:defRPr/>
            </a:pPr>
            <a:fld id="{BBF4C740-7832-4F3F-0376-C75D1C36DD08}"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8640759" name="Slide Image Placeholder 1"/>
          <p:cNvSpPr>
            <a:spLocks noChangeAspect="1" noGrp="1" noRot="1"/>
          </p:cNvSpPr>
          <p:nvPr>
            <p:ph type="sldImg"/>
          </p:nvPr>
        </p:nvSpPr>
        <p:spPr bwMode="auto"/>
      </p:sp>
      <p:sp>
        <p:nvSpPr>
          <p:cNvPr id="1451502663" name="Notes Placeholder 2"/>
          <p:cNvSpPr>
            <a:spLocks noGrp="1"/>
          </p:cNvSpPr>
          <p:nvPr>
            <p:ph type="body" idx="1"/>
          </p:nvPr>
        </p:nvSpPr>
        <p:spPr bwMode="auto"/>
        <p:txBody>
          <a:bodyPr/>
          <a:lstStyle/>
          <a:p>
            <a:pPr>
              <a:defRPr/>
            </a:pPr>
            <a:endParaRPr/>
          </a:p>
        </p:txBody>
      </p:sp>
      <p:sp>
        <p:nvSpPr>
          <p:cNvPr id="1807990174" name="Slide Number Placeholder 3"/>
          <p:cNvSpPr>
            <a:spLocks noGrp="1"/>
          </p:cNvSpPr>
          <p:nvPr>
            <p:ph type="sldNum" sz="quarter" idx="10"/>
          </p:nvPr>
        </p:nvSpPr>
        <p:spPr bwMode="auto"/>
        <p:txBody>
          <a:bodyPr/>
          <a:lstStyle/>
          <a:p>
            <a:pPr>
              <a:defRPr/>
            </a:pPr>
            <a:fld id="{8F6852F5-A69F-CB18-4EFD-0BEE504C0B6A}"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5119802" name="Slide Image Placeholder 1"/>
          <p:cNvSpPr>
            <a:spLocks noChangeAspect="1" noGrp="1" noRot="1"/>
          </p:cNvSpPr>
          <p:nvPr>
            <p:ph type="sldImg"/>
          </p:nvPr>
        </p:nvSpPr>
        <p:spPr bwMode="auto"/>
      </p:sp>
      <p:sp>
        <p:nvSpPr>
          <p:cNvPr id="87502348" name="Notes Placeholder 2"/>
          <p:cNvSpPr>
            <a:spLocks noGrp="1"/>
          </p:cNvSpPr>
          <p:nvPr>
            <p:ph type="body" idx="1"/>
          </p:nvPr>
        </p:nvSpPr>
        <p:spPr bwMode="auto"/>
        <p:txBody>
          <a:bodyPr/>
          <a:lstStyle/>
          <a:p>
            <a:pPr>
              <a:defRPr/>
            </a:pPr>
            <a:endParaRPr/>
          </a:p>
        </p:txBody>
      </p:sp>
      <p:sp>
        <p:nvSpPr>
          <p:cNvPr id="1414844569" name="Slide Number Placeholder 3"/>
          <p:cNvSpPr>
            <a:spLocks noGrp="1"/>
          </p:cNvSpPr>
          <p:nvPr>
            <p:ph type="sldNum" sz="quarter" idx="10"/>
          </p:nvPr>
        </p:nvSpPr>
        <p:spPr bwMode="auto"/>
        <p:txBody>
          <a:bodyPr/>
          <a:lstStyle/>
          <a:p>
            <a:pPr>
              <a:defRPr/>
            </a:pPr>
            <a:fld id="{2459E125-0386-1648-107B-63FEFB44FFF1}"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3442668" name="Slide Image Placeholder 1"/>
          <p:cNvSpPr>
            <a:spLocks noChangeAspect="1" noGrp="1" noRot="1"/>
          </p:cNvSpPr>
          <p:nvPr>
            <p:ph type="sldImg"/>
          </p:nvPr>
        </p:nvSpPr>
        <p:spPr bwMode="auto"/>
      </p:sp>
      <p:sp>
        <p:nvSpPr>
          <p:cNvPr id="385030774" name="Notes Placeholder 2"/>
          <p:cNvSpPr>
            <a:spLocks noGrp="1"/>
          </p:cNvSpPr>
          <p:nvPr>
            <p:ph type="body" idx="1"/>
          </p:nvPr>
        </p:nvSpPr>
        <p:spPr bwMode="auto"/>
        <p:txBody>
          <a:bodyPr/>
          <a:lstStyle/>
          <a:p>
            <a:pPr>
              <a:defRPr/>
            </a:pPr>
            <a:endParaRPr/>
          </a:p>
        </p:txBody>
      </p:sp>
      <p:sp>
        <p:nvSpPr>
          <p:cNvPr id="1324697680" name="Slide Number Placeholder 3"/>
          <p:cNvSpPr>
            <a:spLocks noGrp="1"/>
          </p:cNvSpPr>
          <p:nvPr>
            <p:ph type="sldNum" sz="quarter" idx="10"/>
          </p:nvPr>
        </p:nvSpPr>
        <p:spPr bwMode="auto"/>
        <p:txBody>
          <a:bodyPr/>
          <a:lstStyle/>
          <a:p>
            <a:pPr>
              <a:defRPr/>
            </a:pPr>
            <a:fld id="{C05AEB4E-CE53-26A1-12C7-E62B51BE9752}"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2070331" name="Slide Image Placeholder 1"/>
          <p:cNvSpPr>
            <a:spLocks noChangeAspect="1" noGrp="1" noRot="1"/>
          </p:cNvSpPr>
          <p:nvPr>
            <p:ph type="sldImg"/>
          </p:nvPr>
        </p:nvSpPr>
        <p:spPr bwMode="auto"/>
      </p:sp>
      <p:sp>
        <p:nvSpPr>
          <p:cNvPr id="1739617792" name="Notes Placeholder 2"/>
          <p:cNvSpPr>
            <a:spLocks noGrp="1"/>
          </p:cNvSpPr>
          <p:nvPr>
            <p:ph type="body" idx="1"/>
          </p:nvPr>
        </p:nvSpPr>
        <p:spPr bwMode="auto"/>
        <p:txBody>
          <a:bodyPr/>
          <a:lstStyle/>
          <a:p>
            <a:pPr>
              <a:defRPr/>
            </a:pPr>
            <a:endParaRPr/>
          </a:p>
        </p:txBody>
      </p:sp>
      <p:sp>
        <p:nvSpPr>
          <p:cNvPr id="921509383" name="Slide Number Placeholder 3"/>
          <p:cNvSpPr>
            <a:spLocks noGrp="1"/>
          </p:cNvSpPr>
          <p:nvPr>
            <p:ph type="sldNum" sz="quarter" idx="10"/>
          </p:nvPr>
        </p:nvSpPr>
        <p:spPr bwMode="auto"/>
        <p:txBody>
          <a:bodyPr/>
          <a:lstStyle/>
          <a:p>
            <a:pPr>
              <a:defRPr/>
            </a:pPr>
            <a:fld id="{B0B9D6BF-7014-01B1-B48F-5085F087C8F3}"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0536421" name="Slide Image Placeholder 1"/>
          <p:cNvSpPr>
            <a:spLocks noChangeAspect="1" noGrp="1" noRot="1"/>
          </p:cNvSpPr>
          <p:nvPr>
            <p:ph type="sldImg"/>
          </p:nvPr>
        </p:nvSpPr>
        <p:spPr bwMode="auto"/>
      </p:sp>
      <p:sp>
        <p:nvSpPr>
          <p:cNvPr id="1098832048" name="Notes Placeholder 2"/>
          <p:cNvSpPr>
            <a:spLocks noGrp="1"/>
          </p:cNvSpPr>
          <p:nvPr>
            <p:ph type="body" idx="1"/>
          </p:nvPr>
        </p:nvSpPr>
        <p:spPr bwMode="auto"/>
        <p:txBody>
          <a:bodyPr/>
          <a:lstStyle/>
          <a:p>
            <a:pPr>
              <a:defRPr/>
            </a:pPr>
            <a:endParaRPr/>
          </a:p>
        </p:txBody>
      </p:sp>
      <p:sp>
        <p:nvSpPr>
          <p:cNvPr id="2004191072" name="Slide Number Placeholder 3"/>
          <p:cNvSpPr>
            <a:spLocks noGrp="1"/>
          </p:cNvSpPr>
          <p:nvPr>
            <p:ph type="sldNum" sz="quarter" idx="10"/>
          </p:nvPr>
        </p:nvSpPr>
        <p:spPr bwMode="auto"/>
        <p:txBody>
          <a:bodyPr/>
          <a:lstStyle/>
          <a:p>
            <a:pPr>
              <a:defRPr/>
            </a:pPr>
            <a:fld id="{8A6F8D9E-FBF9-FAE5-EE4D-CE8298E4865D}"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ver slide layout">
    <p:bg>
      <p:bgPr shadeToTitle="0">
        <a:blipFill rotWithShape="1">
          <a:blip r:embed="rId2">
            <a:lum/>
          </a:blip>
          <a:stretch/>
        </a:blipFill>
      </p:bgPr>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End slide layout">
    <p:bg>
      <p:bgPr shadeToTitle="0">
        <a:blipFill rotWithShape="1">
          <a:blip r:embed="rId2">
            <a:lum/>
          </a:blip>
          <a:stretch/>
        </a:blipFill>
      </p:bgPr>
    </p:bg>
    <p:spTree>
      <p:nvGrpSpPr>
        <p:cNvPr id="1" name=""/>
        <p:cNvGrpSpPr/>
        <p:nvPr/>
      </p:nvGrpSpPr>
      <p:grpSpPr bwMode="auto">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Contents slide layout">
    <p:spTree>
      <p:nvGrpSpPr>
        <p:cNvPr id="1" name=""/>
        <p:cNvGrpSpPr/>
        <p:nvPr/>
      </p:nvGrpSpPr>
      <p:grpSpPr bwMode="auto">
        <a:xfrm>
          <a:off x="0" y="0"/>
          <a:ext cx="0" cy="0"/>
          <a:chOff x="0" y="0"/>
          <a:chExt cx="0" cy="0"/>
        </a:xfrm>
      </p:grpSpPr>
      <p:sp>
        <p:nvSpPr>
          <p:cNvPr id="1450189991" name="Text Placeholder 9"/>
          <p:cNvSpPr>
            <a:spLocks noGrp="1"/>
          </p:cNvSpPr>
          <p:nvPr>
            <p:ph type="body" sz="quarter" idx="10" hasCustomPrompt="1"/>
          </p:nvPr>
        </p:nvSpPr>
        <p:spPr bwMode="auto">
          <a:xfrm>
            <a:off x="323529" y="339509"/>
            <a:ext cx="11573197" cy="724247"/>
          </a:xfrm>
          <a:prstGeom prst="rect">
            <a:avLst/>
          </a:prstGeom>
        </p:spPr>
        <p:txBody>
          <a:bodyPr anchor="ctr"/>
          <a:lstStyle>
            <a:lvl1pPr marL="0" indent="0" algn="ctr">
              <a:buNone/>
              <a:defRPr sz="5400" b="0">
                <a:solidFill>
                  <a:schemeClr val="tx1">
                    <a:lumMod val="85000"/>
                    <a:lumOff val="15000"/>
                  </a:schemeClr>
                </a:solidFill>
                <a:latin typeface="+mj-lt"/>
                <a:cs typeface="Arial"/>
              </a:defRPr>
            </a:lvl1pPr>
          </a:lstStyle>
          <a:p>
            <a:pPr lvl="0">
              <a:defRPr/>
            </a:pPr>
            <a:r>
              <a:rPr lang="en-US"/>
              <a:t>BASIC LAYOUT</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32_Images &amp; Contents">
    <p:spTree>
      <p:nvGrpSpPr>
        <p:cNvPr id="1" name=""/>
        <p:cNvGrpSpPr/>
        <p:nvPr/>
      </p:nvGrpSpPr>
      <p:grpSpPr bwMode="auto">
        <a:xfrm>
          <a:off x="0" y="0"/>
          <a:ext cx="0" cy="0"/>
          <a:chOff x="0" y="0"/>
          <a:chExt cx="0" cy="0"/>
        </a:xfrm>
      </p:grpSpPr>
      <p:sp>
        <p:nvSpPr>
          <p:cNvPr id="1301132686" name="그림 개체 틀 7"/>
          <p:cNvSpPr>
            <a:spLocks noGrp="1"/>
          </p:cNvSpPr>
          <p:nvPr>
            <p:ph type="pic" sz="quarter" idx="10" hasCustomPrompt="1"/>
          </p:nvPr>
        </p:nvSpPr>
        <p:spPr bwMode="auto">
          <a:xfrm>
            <a:off x="4227514" y="0"/>
            <a:ext cx="7964489" cy="6858000"/>
          </a:xfrm>
          <a:custGeom>
            <a:avLst/>
            <a:gdLst>
              <a:gd name="connsiteX0" fmla="*/ 7895557 w 7964489"/>
              <a:gd name="connsiteY0" fmla="*/ 1035541 h 6858000"/>
              <a:gd name="connsiteX1" fmla="*/ 6561027 w 7964489"/>
              <a:gd name="connsiteY1" fmla="*/ 6858000 h 6858000"/>
              <a:gd name="connsiteX2" fmla="*/ 3421268 w 7964489"/>
              <a:gd name="connsiteY2" fmla="*/ 6858000 h 6858000"/>
              <a:gd name="connsiteX3" fmla="*/ 4816845 w 7964489"/>
              <a:gd name="connsiteY3" fmla="*/ 380744 h 6858000"/>
              <a:gd name="connsiteX4" fmla="*/ 3224260 w 7964489"/>
              <a:gd name="connsiteY4" fmla="*/ 6858000 h 6858000"/>
              <a:gd name="connsiteX5" fmla="*/ 0 w 7964489"/>
              <a:gd name="connsiteY5" fmla="*/ 6858000 h 6858000"/>
              <a:gd name="connsiteX6" fmla="*/ 5167647 w 7964489"/>
              <a:gd name="connsiteY6" fmla="*/ 0 h 6858000"/>
              <a:gd name="connsiteX7" fmla="*/ 7964489 w 7964489"/>
              <a:gd name="connsiteY7" fmla="*/ 0 h 6858000"/>
              <a:gd name="connsiteX8" fmla="*/ 7964489 w 7964489"/>
              <a:gd name="connsiteY8" fmla="*/ 581734 h 6858000"/>
              <a:gd name="connsiteX9" fmla="*/ 3748483 w 7964489"/>
              <a:gd name="connsiteY9" fmla="*/ 598267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64489" h="6858000" fill="norm" stroke="1" extrusionOk="0">
                <a:moveTo>
                  <a:pt x="7895557" y="1035541"/>
                </a:moveTo>
                <a:lnTo>
                  <a:pt x="6561027" y="6858000"/>
                </a:lnTo>
                <a:lnTo>
                  <a:pt x="3421268" y="6858000"/>
                </a:lnTo>
                <a:close/>
                <a:moveTo>
                  <a:pt x="4816845" y="380744"/>
                </a:moveTo>
                <a:lnTo>
                  <a:pt x="3224260" y="6858000"/>
                </a:lnTo>
                <a:lnTo>
                  <a:pt x="0" y="6858000"/>
                </a:lnTo>
                <a:close/>
                <a:moveTo>
                  <a:pt x="5167647" y="0"/>
                </a:moveTo>
                <a:lnTo>
                  <a:pt x="7964489" y="0"/>
                </a:lnTo>
                <a:lnTo>
                  <a:pt x="7964489" y="581734"/>
                </a:lnTo>
                <a:lnTo>
                  <a:pt x="3748483" y="5982679"/>
                </a:lnTo>
                <a:close/>
              </a:path>
            </a:pathLst>
          </a:custGeom>
          <a:solidFill>
            <a:schemeClr val="bg1">
              <a:lumMod val="95000"/>
            </a:schemeClr>
          </a:solidFill>
          <a:effectLst/>
        </p:spPr>
        <p:txBody>
          <a:bodyPr wrap="square" anchor="ctr">
            <a:noAutofit/>
          </a:bodyPr>
          <a:lstStyle>
            <a:lvl1pPr marL="0" marR="0" indent="0" algn="ctr" defTabSz="914446" rtl="0">
              <a:lnSpc>
                <a:spcPct val="90000"/>
              </a:lnSpc>
              <a:spcBef>
                <a:spcPts val="1000"/>
              </a:spcBef>
              <a:spcAft>
                <a:spcPts val="0"/>
              </a:spcAft>
              <a:buClrTx/>
              <a:buSzTx/>
              <a:buFontTx/>
              <a:buNone/>
              <a:defRPr sz="1200"/>
            </a:lvl1pPr>
          </a:lstStyle>
          <a:p>
            <a:pPr>
              <a:defRPr/>
            </a:pPr>
            <a:r>
              <a:rPr lang="en-US"/>
              <a:t>Your Picture Here</a:t>
            </a:r>
            <a:endParaRPr lang="ko-K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9_Contents slide layout">
    <p:bg>
      <p:bgPr shadeToTitle="0">
        <a:blipFill rotWithShape="1">
          <a:blip r:embed="rId2">
            <a:lum/>
          </a:blip>
          <a:stretch/>
        </a:blipFill>
      </p:bgPr>
    </p:bg>
    <p:spTree>
      <p:nvGrpSpPr>
        <p:cNvPr id="1" name=""/>
        <p:cNvGrpSpPr/>
        <p:nvPr/>
      </p:nvGrpSpPr>
      <p:grpSpPr bwMode="auto">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5_Contents slide layout">
    <p:bg>
      <p:bgPr shadeToTitle="0">
        <a:blipFill rotWithShape="1">
          <a:blip r:embed="rId2">
            <a:lum/>
          </a:blip>
          <a:stretch/>
        </a:blipFill>
      </p:bgPr>
    </p:bg>
    <p:spTree>
      <p:nvGrpSpPr>
        <p:cNvPr id="1" name=""/>
        <p:cNvGrpSpPr/>
        <p:nvPr/>
      </p:nvGrpSpPr>
      <p:grpSpPr bwMode="auto">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1_Contents slide layout">
    <p:bg>
      <p:bgPr shadeToTitle="0">
        <a:blipFill rotWithShape="1">
          <a:blip r:embed="rId2">
            <a:lum/>
          </a:blip>
          <a:stretch/>
        </a:blipFill>
      </p:bgPr>
    </p:bg>
    <p:spTree>
      <p:nvGrpSpPr>
        <p:cNvPr id="1" name=""/>
        <p:cNvGrpSpPr/>
        <p:nvPr/>
      </p:nvGrpSpPr>
      <p:grpSpPr bwMode="auto">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2_Contents slide layout">
    <p:bg>
      <p:bgPr shadeToTitle="0">
        <a:blipFill rotWithShape="1">
          <a:blip r:embed="rId2">
            <a:lum/>
          </a:blip>
          <a:stretch/>
        </a:blipFill>
      </p:bgPr>
    </p:bg>
    <p:spTree>
      <p:nvGrpSpPr>
        <p:cNvPr id="1" name=""/>
        <p:cNvGrpSpPr/>
        <p:nvPr/>
      </p:nvGrpSpPr>
      <p:grpSpPr bwMode="auto">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3_Contents slide layout">
    <p:bg>
      <p:bgPr shadeToTitle="0">
        <a:blipFill rotWithShape="1">
          <a:blip r:embed="rId2">
            <a:lum/>
          </a:blip>
          <a:stretch/>
        </a:blipFill>
      </p:bgPr>
    </p:bg>
    <p:spTree>
      <p:nvGrpSpPr>
        <p:cNvPr id="1" name=""/>
        <p:cNvGrpSpPr/>
        <p:nvPr/>
      </p:nvGrpSpPr>
      <p:grpSpPr bwMode="auto">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6_Contents slide layout">
    <p:bg>
      <p:bgPr shadeToTitle="0">
        <a:blipFill rotWithShape="1">
          <a:blip r:embed="rId2">
            <a:lum/>
          </a:blip>
          <a:stretch/>
        </a:blipFill>
      </p:bgPr>
    </p:bg>
    <p:spTree>
      <p:nvGrpSpPr>
        <p:cNvPr id="1" name=""/>
        <p:cNvGrpSpPr/>
        <p:nvPr/>
      </p:nvGrpSpPr>
      <p:grpSpPr bwMode="auto">
        <a:xfrm>
          <a:off x="0" y="0"/>
          <a:ext cx="0" cy="0"/>
          <a:chOff x="0" y="0"/>
          <a:chExt cx="0" cy="0"/>
        </a:xfrm>
      </p:grpSpPr>
      <p:sp>
        <p:nvSpPr>
          <p:cNvPr id="695730828" name="Rectangle 1"/>
          <p:cNvSpPr/>
          <p:nvPr userDrawn="1"/>
        </p:nvSpPr>
        <p:spPr bwMode="auto">
          <a:xfrm>
            <a:off x="0" y="0"/>
            <a:ext cx="12192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5" Type="http://schemas.openxmlformats.org/officeDocument/2006/relationships/slideLayout" Target="../slideLayouts/slideLayout9.xml"/><Relationship Id="rId6" Type="http://schemas.openxmlformats.org/officeDocument/2006/relationships/slideLayout" Target="../slideLayouts/slideLayout10.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9.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3.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jpg"/><Relationship Id="rId6" Type="http://schemas.openxmlformats.org/officeDocument/2006/relationships/image" Target="../media/image17.jpg"/><Relationship Id="rId7" Type="http://schemas.openxmlformats.org/officeDocument/2006/relationships/image" Target="../media/image18.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jpg"/><Relationship Id="rId6" Type="http://schemas.openxmlformats.org/officeDocument/2006/relationships/image" Target="../media/image17.jpg"/><Relationship Id="rId7" Type="http://schemas.openxmlformats.org/officeDocument/2006/relationships/image" Target="../media/image18.jp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1.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23.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5.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8.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9.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0.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jpg"/><Relationship Id="rId9" Type="http://schemas.openxmlformats.org/officeDocument/2006/relationships/image" Target="../media/image37.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8.jpg"/><Relationship Id="rId4" Type="http://schemas.openxmlformats.org/officeDocument/2006/relationships/image" Target="../media/image38.png"/><Relationship Id="rId5" Type="http://schemas.openxmlformats.org/officeDocument/2006/relationships/image" Target="../media/image37.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9.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0.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1.png"/><Relationship Id="rId4" Type="http://schemas.openxmlformats.org/officeDocument/2006/relationships/image" Target="../media/image42.jp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0919932" name="TextBox 20"/>
          <p:cNvSpPr txBox="1"/>
          <p:nvPr/>
        </p:nvSpPr>
        <p:spPr bwMode="auto">
          <a:xfrm>
            <a:off x="3931065" y="4367508"/>
            <a:ext cx="7980490" cy="923330"/>
          </a:xfrm>
          <a:prstGeom prst="rect">
            <a:avLst/>
          </a:prstGeom>
          <a:noFill/>
        </p:spPr>
        <p:txBody>
          <a:bodyPr wrap="square" rtlCol="0" anchor="ctr">
            <a:spAutoFit/>
          </a:bodyPr>
          <a:lstStyle/>
          <a:p>
            <a:pPr algn="r">
              <a:defRPr/>
            </a:pPr>
            <a:r>
              <a:rPr lang="en-US" sz="5400">
                <a:solidFill>
                  <a:schemeClr val="bg1"/>
                </a:solidFill>
                <a:latin typeface="+mj-lt"/>
              </a:rPr>
              <a:t>API Rest SensorThings</a:t>
            </a:r>
            <a:endParaRPr/>
          </a:p>
        </p:txBody>
      </p:sp>
      <p:sp>
        <p:nvSpPr>
          <p:cNvPr id="325054967" name="TextBox 20"/>
          <p:cNvSpPr txBox="1"/>
          <p:nvPr/>
        </p:nvSpPr>
        <p:spPr bwMode="auto">
          <a:xfrm>
            <a:off x="296419" y="5897881"/>
            <a:ext cx="3338299" cy="457560"/>
          </a:xfrm>
          <a:prstGeom prst="rect">
            <a:avLst/>
          </a:prstGeom>
          <a:noFill/>
        </p:spPr>
        <p:txBody>
          <a:bodyPr wrap="square" rtlCol="0" anchor="ctr">
            <a:spAutoFit/>
          </a:bodyPr>
          <a:lstStyle/>
          <a:p>
            <a:pPr>
              <a:defRPr/>
            </a:pPr>
            <a:r>
              <a:rPr lang="en-US" sz="2400">
                <a:solidFill>
                  <a:schemeClr val="bg1"/>
                </a:solidFill>
                <a:latin typeface="+mj-lt"/>
              </a:rPr>
              <a:t>@SIST2026 Dijon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advTm="3234"/>
    </mc:Choice>
    <mc:Fallback>
      <p:transition advClick="1" advTm="3234"/>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42370236" name="Rectangle 3"/>
          <p:cNvSpPr/>
          <p:nvPr/>
        </p:nvSpPr>
        <p:spPr bwMode="auto">
          <a:xfrm>
            <a:off x="1028733" y="777263"/>
            <a:ext cx="10615871" cy="5380942"/>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32047271" name="Rectangle: Rounded Corners 19"/>
          <p:cNvSpPr/>
          <p:nvPr/>
        </p:nvSpPr>
        <p:spPr bwMode="auto">
          <a:xfrm>
            <a:off x="872742" y="422606"/>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10742997" name="TextBox 20"/>
          <p:cNvSpPr txBox="1"/>
          <p:nvPr/>
        </p:nvSpPr>
        <p:spPr bwMode="auto">
          <a:xfrm>
            <a:off x="777902" y="335279"/>
            <a:ext cx="6055666" cy="584775"/>
          </a:xfrm>
          <a:prstGeom prst="rect">
            <a:avLst/>
          </a:prstGeom>
          <a:noFill/>
        </p:spPr>
        <p:txBody>
          <a:bodyPr wrap="square" rtlCol="0">
            <a:spAutoFit/>
          </a:bodyPr>
          <a:lstStyle/>
          <a:p>
            <a:pPr algn="ctr">
              <a:defRPr/>
            </a:pPr>
            <a:r>
              <a:rPr lang="fr-FR" sz="3200" b="1">
                <a:solidFill>
                  <a:schemeClr val="bg1"/>
                </a:solidFill>
                <a:cs typeface="Arial"/>
              </a:rPr>
              <a:t>Génése</a:t>
            </a:r>
            <a:endParaRPr lang="ko-KR" sz="3200" b="1">
              <a:solidFill>
                <a:schemeClr val="bg1"/>
              </a:solidFill>
              <a:cs typeface="Arial"/>
            </a:endParaRPr>
          </a:p>
        </p:txBody>
      </p:sp>
      <p:sp>
        <p:nvSpPr>
          <p:cNvPr id="1911919749" name="TextBox 21"/>
          <p:cNvSpPr txBox="1"/>
          <p:nvPr/>
        </p:nvSpPr>
        <p:spPr bwMode="auto">
          <a:xfrm>
            <a:off x="1028733" y="1007381"/>
            <a:ext cx="10353059" cy="4893647"/>
          </a:xfrm>
          <a:prstGeom prst="rect">
            <a:avLst/>
          </a:prstGeom>
          <a:noFill/>
        </p:spPr>
        <p:txBody>
          <a:bodyPr wrap="square" rtlCol="0">
            <a:spAutoFit/>
          </a:bodyPr>
          <a:lstStyle/>
          <a:p>
            <a:pPr algn="just">
              <a:defRPr/>
            </a:pPr>
            <a:r>
              <a:rPr lang="fr-FR" sz="2400">
                <a:solidFill>
                  <a:schemeClr val="bg1"/>
                </a:solidFill>
                <a:latin typeface="Arial"/>
                <a:cs typeface="Arial"/>
              </a:rPr>
              <a:t>Le projet s'inscrit dans la continuité des projets menés par le BRGM autour des standards OGC/ISO Observations &amp; </a:t>
            </a:r>
            <a:r>
              <a:rPr lang="fr-FR" sz="2400">
                <a:solidFill>
                  <a:schemeClr val="bg1"/>
                </a:solidFill>
                <a:latin typeface="Arial"/>
                <a:cs typeface="Arial"/>
              </a:rPr>
              <a:t>Measurements</a:t>
            </a:r>
            <a:r>
              <a:rPr lang="fr-FR" sz="2400">
                <a:solidFill>
                  <a:schemeClr val="bg1"/>
                </a:solidFill>
                <a:latin typeface="Arial"/>
                <a:cs typeface="Arial"/>
              </a:rPr>
              <a:t> et OGC SOS (</a:t>
            </a:r>
            <a:r>
              <a:rPr lang="fr-FR" sz="2400">
                <a:solidFill>
                  <a:schemeClr val="bg1"/>
                </a:solidFill>
                <a:latin typeface="Arial"/>
                <a:cs typeface="Arial"/>
              </a:rPr>
              <a:t>Sensor</a:t>
            </a:r>
            <a:r>
              <a:rPr lang="fr-FR" sz="2400">
                <a:solidFill>
                  <a:schemeClr val="bg1"/>
                </a:solidFill>
                <a:latin typeface="Arial"/>
                <a:cs typeface="Arial"/>
              </a:rPr>
              <a:t> Observation Service).</a:t>
            </a:r>
            <a:endParaRPr/>
          </a:p>
          <a:p>
            <a:pPr algn="just">
              <a:defRPr/>
            </a:pPr>
            <a:endParaRPr lang="fr-FR" sz="2400">
              <a:solidFill>
                <a:schemeClr val="bg1"/>
              </a:solidFill>
              <a:latin typeface="Arial"/>
              <a:cs typeface="Arial"/>
            </a:endParaRPr>
          </a:p>
          <a:p>
            <a:pPr algn="just">
              <a:defRPr/>
            </a:pPr>
            <a:r>
              <a:rPr lang="fr-FR" sz="2400">
                <a:solidFill>
                  <a:schemeClr val="bg1"/>
                </a:solidFill>
                <a:latin typeface="Arial"/>
                <a:cs typeface="Arial"/>
              </a:rPr>
              <a:t>Il s’appuie sur la contribution historique des trois partenaires (Fraunhofer, </a:t>
            </a:r>
            <a:r>
              <a:rPr lang="fr-FR" sz="2400">
                <a:solidFill>
                  <a:schemeClr val="bg1"/>
                </a:solidFill>
                <a:latin typeface="Arial"/>
                <a:cs typeface="Arial"/>
              </a:rPr>
              <a:t>DataCove</a:t>
            </a:r>
            <a:r>
              <a:rPr lang="fr-FR" sz="2400">
                <a:solidFill>
                  <a:schemeClr val="bg1"/>
                </a:solidFill>
                <a:latin typeface="Arial"/>
                <a:cs typeface="Arial"/>
              </a:rPr>
              <a:t> et BRGM) aux actions de standardisation et de normalisation appliquées à l’échange de données d’observation (à l’échelle européenne avec la directive Inspire et à l’échelle mondiale avec l’OGC).</a:t>
            </a:r>
            <a:endParaRPr/>
          </a:p>
          <a:p>
            <a:pPr algn="just">
              <a:defRPr/>
            </a:pPr>
            <a:endParaRPr lang="fr-FR" sz="2400">
              <a:solidFill>
                <a:schemeClr val="bg1"/>
              </a:solidFill>
              <a:latin typeface="Arial"/>
              <a:cs typeface="Arial"/>
            </a:endParaRPr>
          </a:p>
          <a:p>
            <a:pPr algn="just">
              <a:defRPr/>
            </a:pPr>
            <a:r>
              <a:rPr lang="fr-FR" sz="2400">
                <a:solidFill>
                  <a:schemeClr val="bg1"/>
                </a:solidFill>
                <a:latin typeface="Arial"/>
                <a:cs typeface="Arial"/>
              </a:rPr>
              <a:t>Adopté internationalement dans de nombreux domaines, le standard OGC "SensorThings API" constitue une opportunité incontournable pour stimuler la diffusion des données environnementales à grande échelle et de façon interopérable dans le cadre de l'internet des objets.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3603589" name="Rectangle 3"/>
          <p:cNvSpPr/>
          <p:nvPr/>
        </p:nvSpPr>
        <p:spPr bwMode="auto">
          <a:xfrm>
            <a:off x="872742" y="699796"/>
            <a:ext cx="10233316" cy="5850293"/>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04503873" name="Rectangle: Rounded Corners 19"/>
          <p:cNvSpPr/>
          <p:nvPr/>
        </p:nvSpPr>
        <p:spPr bwMode="auto">
          <a:xfrm>
            <a:off x="872742" y="422606"/>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99052106" name="TextBox 20"/>
          <p:cNvSpPr txBox="1"/>
          <p:nvPr/>
        </p:nvSpPr>
        <p:spPr bwMode="auto">
          <a:xfrm>
            <a:off x="777902" y="335279"/>
            <a:ext cx="6055666" cy="584775"/>
          </a:xfrm>
          <a:prstGeom prst="rect">
            <a:avLst/>
          </a:prstGeom>
          <a:noFill/>
        </p:spPr>
        <p:txBody>
          <a:bodyPr wrap="square" rtlCol="0">
            <a:spAutoFit/>
          </a:bodyPr>
          <a:lstStyle/>
          <a:p>
            <a:pPr algn="ctr">
              <a:defRPr/>
            </a:pPr>
            <a:r>
              <a:rPr lang="fr-FR" sz="3200" b="1">
                <a:solidFill>
                  <a:schemeClr val="bg1"/>
                </a:solidFill>
                <a:cs typeface="Arial"/>
              </a:rPr>
              <a:t>Applications</a:t>
            </a:r>
            <a:endParaRPr lang="ko-KR" sz="3200" b="1">
              <a:solidFill>
                <a:schemeClr val="bg1"/>
              </a:solidFill>
              <a:cs typeface="Arial"/>
            </a:endParaRPr>
          </a:p>
        </p:txBody>
      </p:sp>
      <p:sp>
        <p:nvSpPr>
          <p:cNvPr id="1393934738" name="TextBox 21"/>
          <p:cNvSpPr txBox="1"/>
          <p:nvPr/>
        </p:nvSpPr>
        <p:spPr bwMode="auto">
          <a:xfrm>
            <a:off x="962938" y="993454"/>
            <a:ext cx="10052924" cy="5262979"/>
          </a:xfrm>
          <a:prstGeom prst="rect">
            <a:avLst/>
          </a:prstGeom>
          <a:noFill/>
        </p:spPr>
        <p:txBody>
          <a:bodyPr wrap="square" rtlCol="0">
            <a:spAutoFit/>
          </a:bodyPr>
          <a:lstStyle/>
          <a:p>
            <a:pPr algn="just">
              <a:defRPr/>
            </a:pPr>
            <a:r>
              <a:rPr lang="fr-FR" sz="2800">
                <a:solidFill>
                  <a:schemeClr val="bg1"/>
                </a:solidFill>
                <a:latin typeface="Arial"/>
                <a:cs typeface="Arial"/>
              </a:rPr>
              <a:t>L'API SensorThings permet l'accès et la diffusion de données collectées par des capteurs sur tout objet du monde physique (objets physiques) ou du monde de l'information (objets virtuels) pouvant être identifié et intégré dans des réseaux de communication.</a:t>
            </a:r>
            <a:endParaRPr/>
          </a:p>
          <a:p>
            <a:pPr algn="just">
              <a:defRPr/>
            </a:pPr>
            <a:endParaRPr lang="fr-FR" sz="2800">
              <a:solidFill>
                <a:schemeClr val="bg1"/>
              </a:solidFill>
              <a:latin typeface="Arial"/>
              <a:cs typeface="Arial"/>
            </a:endParaRPr>
          </a:p>
          <a:p>
            <a:pPr algn="just">
              <a:defRPr/>
            </a:pPr>
            <a:r>
              <a:rPr lang="fr-FR" sz="2800">
                <a:solidFill>
                  <a:schemeClr val="bg1"/>
                </a:solidFill>
                <a:latin typeface="Arial"/>
                <a:cs typeface="Arial"/>
              </a:rPr>
              <a:t>Les données sont accessibles via une interface centrée sur les ressources et basée sur les principes de transfert d'état représentatif (REST).</a:t>
            </a:r>
            <a:endParaRPr/>
          </a:p>
          <a:p>
            <a:pPr algn="just">
              <a:defRPr/>
            </a:pPr>
            <a:endParaRPr lang="fr-FR" sz="2800">
              <a:solidFill>
                <a:schemeClr val="bg1"/>
              </a:solidFill>
              <a:latin typeface="Arial"/>
              <a:cs typeface="Arial"/>
            </a:endParaRPr>
          </a:p>
          <a:p>
            <a:pPr algn="just">
              <a:defRPr/>
            </a:pPr>
            <a:r>
              <a:rPr lang="fr-FR" sz="2800">
                <a:solidFill>
                  <a:schemeClr val="bg1"/>
                </a:solidFill>
                <a:latin typeface="Arial"/>
                <a:cs typeface="Arial"/>
              </a:rPr>
              <a:t>Les données renvoyées par l'API sont sérialisées en JavaScript Object Notation (JSON).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3355586" name="Rectangle 3"/>
          <p:cNvSpPr/>
          <p:nvPr/>
        </p:nvSpPr>
        <p:spPr bwMode="auto">
          <a:xfrm>
            <a:off x="1028733" y="777263"/>
            <a:ext cx="10233316" cy="1776366"/>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54637597" name="Rectangle: Rounded Corners 19"/>
          <p:cNvSpPr/>
          <p:nvPr/>
        </p:nvSpPr>
        <p:spPr bwMode="auto">
          <a:xfrm>
            <a:off x="872742" y="422606"/>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23985946" name="TextBox 20"/>
          <p:cNvSpPr txBox="1"/>
          <p:nvPr/>
        </p:nvSpPr>
        <p:spPr bwMode="auto">
          <a:xfrm>
            <a:off x="777902" y="335279"/>
            <a:ext cx="6055666" cy="584775"/>
          </a:xfrm>
          <a:prstGeom prst="rect">
            <a:avLst/>
          </a:prstGeom>
          <a:noFill/>
        </p:spPr>
        <p:txBody>
          <a:bodyPr wrap="square" rtlCol="0">
            <a:spAutoFit/>
          </a:bodyPr>
          <a:lstStyle/>
          <a:p>
            <a:pPr algn="ctr">
              <a:defRPr/>
            </a:pPr>
            <a:r>
              <a:rPr lang="fr-FR" sz="3200" b="1">
                <a:solidFill>
                  <a:schemeClr val="bg1"/>
                </a:solidFill>
                <a:cs typeface="Arial"/>
              </a:rPr>
              <a:t>Interopérable</a:t>
            </a:r>
            <a:endParaRPr lang="ko-KR" sz="3200" b="1">
              <a:solidFill>
                <a:schemeClr val="bg1"/>
              </a:solidFill>
              <a:cs typeface="Arial"/>
            </a:endParaRPr>
          </a:p>
        </p:txBody>
      </p:sp>
      <p:sp>
        <p:nvSpPr>
          <p:cNvPr id="1514536601" name="TextBox 21"/>
          <p:cNvSpPr txBox="1"/>
          <p:nvPr/>
        </p:nvSpPr>
        <p:spPr bwMode="auto">
          <a:xfrm>
            <a:off x="972133" y="1037403"/>
            <a:ext cx="10052924" cy="1631216"/>
          </a:xfrm>
          <a:prstGeom prst="rect">
            <a:avLst/>
          </a:prstGeom>
          <a:noFill/>
        </p:spPr>
        <p:txBody>
          <a:bodyPr wrap="square" rtlCol="0">
            <a:spAutoFit/>
          </a:bodyPr>
          <a:lstStyle/>
          <a:p>
            <a:pPr algn="just">
              <a:defRPr/>
            </a:pPr>
            <a:r>
              <a:rPr lang="fr-FR" sz="2800">
                <a:solidFill>
                  <a:schemeClr val="bg1"/>
                </a:solidFill>
                <a:latin typeface="Arial"/>
                <a:cs typeface="Arial"/>
              </a:rPr>
              <a:t>L’API </a:t>
            </a:r>
            <a:r>
              <a:rPr lang="fr-FR" sz="2800">
                <a:solidFill>
                  <a:schemeClr val="bg1"/>
                </a:solidFill>
                <a:latin typeface="Arial"/>
                <a:cs typeface="Arial"/>
              </a:rPr>
              <a:t>SensorThings</a:t>
            </a:r>
            <a:r>
              <a:rPr lang="fr-FR" sz="2800">
                <a:solidFill>
                  <a:schemeClr val="bg1"/>
                </a:solidFill>
                <a:latin typeface="Arial"/>
                <a:cs typeface="Arial"/>
              </a:rPr>
              <a:t> offre un standard ouvert, </a:t>
            </a:r>
            <a:r>
              <a:rPr lang="fr-FR" sz="2800">
                <a:solidFill>
                  <a:schemeClr val="bg1"/>
                </a:solidFill>
                <a:latin typeface="Arial"/>
                <a:cs typeface="Arial"/>
              </a:rPr>
              <a:t>géospatial</a:t>
            </a:r>
            <a:r>
              <a:rPr lang="fr-FR" sz="2800">
                <a:solidFill>
                  <a:schemeClr val="bg1"/>
                </a:solidFill>
                <a:latin typeface="Arial"/>
                <a:cs typeface="Arial"/>
              </a:rPr>
              <a:t> et unifié pour interconnecter, les données et les applications de l’Internet des objets (</a:t>
            </a:r>
            <a:r>
              <a:rPr lang="fr-FR" sz="2800">
                <a:solidFill>
                  <a:schemeClr val="bg1"/>
                </a:solidFill>
                <a:latin typeface="Arial"/>
                <a:cs typeface="Arial"/>
              </a:rPr>
              <a:t>IoT</a:t>
            </a:r>
            <a:r>
              <a:rPr lang="fr-FR" sz="2800">
                <a:solidFill>
                  <a:schemeClr val="bg1"/>
                </a:solidFill>
                <a:latin typeface="Arial"/>
                <a:cs typeface="Arial"/>
              </a:rPr>
              <a:t>) sur le Web.</a:t>
            </a:r>
            <a:endParaRPr/>
          </a:p>
          <a:p>
            <a:pPr algn="just">
              <a:defRPr/>
            </a:pPr>
            <a:endParaRPr lang="en-US" sz="1600">
              <a:solidFill>
                <a:schemeClr val="bg1"/>
              </a:solidFill>
              <a:latin typeface="Arial"/>
              <a:cs typeface="Arial"/>
            </a:endParaRPr>
          </a:p>
        </p:txBody>
      </p:sp>
      <p:sp>
        <p:nvSpPr>
          <p:cNvPr id="836128997" name="Rectangle 7"/>
          <p:cNvSpPr/>
          <p:nvPr/>
        </p:nvSpPr>
        <p:spPr bwMode="auto">
          <a:xfrm>
            <a:off x="972133" y="3202835"/>
            <a:ext cx="10380112" cy="3153360"/>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50953149" name="Rectangle: Rounded Corners 19"/>
          <p:cNvSpPr/>
          <p:nvPr/>
        </p:nvSpPr>
        <p:spPr bwMode="auto">
          <a:xfrm>
            <a:off x="972133" y="2788245"/>
            <a:ext cx="2801845" cy="655627"/>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25554668" name="TextBox 20"/>
          <p:cNvSpPr txBox="1"/>
          <p:nvPr/>
        </p:nvSpPr>
        <p:spPr bwMode="auto">
          <a:xfrm>
            <a:off x="972133" y="2819282"/>
            <a:ext cx="2727031" cy="584775"/>
          </a:xfrm>
          <a:prstGeom prst="rect">
            <a:avLst/>
          </a:prstGeom>
          <a:noFill/>
        </p:spPr>
        <p:txBody>
          <a:bodyPr wrap="square" rtlCol="0">
            <a:spAutoFit/>
          </a:bodyPr>
          <a:lstStyle/>
          <a:p>
            <a:pPr algn="ctr">
              <a:defRPr/>
            </a:pPr>
            <a:r>
              <a:rPr lang="fr-FR" sz="3200" b="1">
                <a:solidFill>
                  <a:schemeClr val="bg1"/>
                </a:solidFill>
                <a:cs typeface="Arial"/>
              </a:rPr>
              <a:t>Standardisé</a:t>
            </a:r>
            <a:endParaRPr lang="ko-KR" sz="3200" b="1">
              <a:solidFill>
                <a:schemeClr val="bg1"/>
              </a:solidFill>
              <a:cs typeface="Arial"/>
            </a:endParaRPr>
          </a:p>
        </p:txBody>
      </p:sp>
      <p:sp>
        <p:nvSpPr>
          <p:cNvPr id="1052312023" name="TextBox 21"/>
          <p:cNvSpPr txBox="1"/>
          <p:nvPr/>
        </p:nvSpPr>
        <p:spPr bwMode="auto">
          <a:xfrm>
            <a:off x="1118929" y="3502028"/>
            <a:ext cx="10052924" cy="2677656"/>
          </a:xfrm>
          <a:prstGeom prst="rect">
            <a:avLst/>
          </a:prstGeom>
          <a:noFill/>
        </p:spPr>
        <p:txBody>
          <a:bodyPr wrap="square" rtlCol="0">
            <a:spAutoFit/>
          </a:bodyPr>
          <a:lstStyle/>
          <a:p>
            <a:pPr algn="just">
              <a:defRPr/>
            </a:pPr>
            <a:r>
              <a:rPr lang="fr-FR" sz="2800">
                <a:solidFill>
                  <a:schemeClr val="bg1"/>
                </a:solidFill>
                <a:latin typeface="Arial"/>
                <a:cs typeface="Arial"/>
              </a:rPr>
              <a:t>L’API </a:t>
            </a:r>
            <a:r>
              <a:rPr lang="fr-FR" sz="2800">
                <a:solidFill>
                  <a:schemeClr val="bg1"/>
                </a:solidFill>
                <a:latin typeface="Arial"/>
                <a:cs typeface="Arial"/>
              </a:rPr>
              <a:t>SensorThings</a:t>
            </a:r>
            <a:r>
              <a:rPr lang="fr-FR" sz="2800">
                <a:solidFill>
                  <a:schemeClr val="bg1"/>
                </a:solidFill>
                <a:latin typeface="Arial"/>
                <a:cs typeface="Arial"/>
              </a:rPr>
              <a:t> est basée sur le modèle Observation de O&amp;M et est inspirée par les standards OGC SWE (</a:t>
            </a:r>
            <a:r>
              <a:rPr lang="fr-FR" sz="2800">
                <a:solidFill>
                  <a:schemeClr val="bg1"/>
                </a:solidFill>
                <a:latin typeface="Arial"/>
                <a:cs typeface="Arial"/>
              </a:rPr>
              <a:t>Sensor</a:t>
            </a:r>
            <a:r>
              <a:rPr lang="fr-FR" sz="2800">
                <a:solidFill>
                  <a:schemeClr val="bg1"/>
                </a:solidFill>
                <a:latin typeface="Arial"/>
                <a:cs typeface="Arial"/>
              </a:rPr>
              <a:t>-Web-</a:t>
            </a:r>
            <a:r>
              <a:rPr lang="fr-FR" sz="2800">
                <a:solidFill>
                  <a:schemeClr val="bg1"/>
                </a:solidFill>
                <a:latin typeface="Arial"/>
                <a:cs typeface="Arial"/>
              </a:rPr>
              <a:t>Enablement</a:t>
            </a:r>
            <a:r>
              <a:rPr lang="fr-FR" sz="2800">
                <a:solidFill>
                  <a:schemeClr val="bg1"/>
                </a:solidFill>
                <a:latin typeface="Arial"/>
                <a:cs typeface="Arial"/>
              </a:rPr>
              <a:t>) </a:t>
            </a:r>
            <a:r>
              <a:rPr lang="fr-FR" sz="2800">
                <a:solidFill>
                  <a:schemeClr val="bg1"/>
                </a:solidFill>
                <a:latin typeface="Arial"/>
                <a:cs typeface="Arial"/>
              </a:rPr>
              <a:t>SensorML</a:t>
            </a:r>
            <a:r>
              <a:rPr lang="fr-FR" sz="2800">
                <a:solidFill>
                  <a:schemeClr val="bg1"/>
                </a:solidFill>
                <a:latin typeface="Arial"/>
                <a:cs typeface="Arial"/>
              </a:rPr>
              <a:t> et SOS, dont elle fournit une interface </a:t>
            </a:r>
            <a:r>
              <a:rPr lang="fr-FR" sz="2800">
                <a:solidFill>
                  <a:schemeClr val="bg1"/>
                </a:solidFill>
                <a:latin typeface="Arial"/>
                <a:cs typeface="Arial"/>
              </a:rPr>
              <a:t>géospatiale</a:t>
            </a:r>
            <a:r>
              <a:rPr lang="fr-FR" sz="2800">
                <a:solidFill>
                  <a:schemeClr val="bg1"/>
                </a:solidFill>
                <a:latin typeface="Arial"/>
                <a:cs typeface="Arial"/>
              </a:rPr>
              <a:t> de profils « légers ». Elle est conforme aux principes d’une API de type REST, utilise les protocoles OASIS </a:t>
            </a:r>
            <a:r>
              <a:rPr lang="fr-FR" sz="2800">
                <a:solidFill>
                  <a:schemeClr val="bg1"/>
                </a:solidFill>
                <a:latin typeface="Arial"/>
                <a:cs typeface="Arial"/>
              </a:rPr>
              <a:t>OData</a:t>
            </a:r>
            <a:r>
              <a:rPr lang="fr-FR" sz="2800">
                <a:solidFill>
                  <a:schemeClr val="bg1"/>
                </a:solidFill>
                <a:latin typeface="Arial"/>
                <a:cs typeface="Arial"/>
              </a:rPr>
              <a:t> et un encodage natif en JSON.</a:t>
            </a:r>
            <a:endParaRPr lang="en-US" sz="2800">
              <a:solidFill>
                <a:schemeClr val="bg1"/>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36128997"/>
                                        </p:tgtEl>
                                        <p:attrNameLst>
                                          <p:attrName>style.visibility</p:attrName>
                                        </p:attrNameLst>
                                      </p:cBhvr>
                                      <p:to>
                                        <p:strVal val="visible"/>
                                      </p:to>
                                    </p:set>
                                    <p:animEffect transition="in" filter="fade">
                                      <p:cBhvr>
                                        <p:cTn id="7" dur="500"/>
                                        <p:tgtEl>
                                          <p:spTgt spid="83612899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50953149"/>
                                        </p:tgtEl>
                                        <p:attrNameLst>
                                          <p:attrName>style.visibility</p:attrName>
                                        </p:attrNameLst>
                                      </p:cBhvr>
                                      <p:to>
                                        <p:strVal val="visible"/>
                                      </p:to>
                                    </p:set>
                                    <p:animEffect transition="in" filter="fade">
                                      <p:cBhvr>
                                        <p:cTn id="10" dur="500"/>
                                        <p:tgtEl>
                                          <p:spTgt spid="45095314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25554668"/>
                                        </p:tgtEl>
                                        <p:attrNameLst>
                                          <p:attrName>style.visibility</p:attrName>
                                        </p:attrNameLst>
                                      </p:cBhvr>
                                      <p:to>
                                        <p:strVal val="visible"/>
                                      </p:to>
                                    </p:set>
                                    <p:animEffect transition="in" filter="fade">
                                      <p:cBhvr>
                                        <p:cTn id="13" dur="500"/>
                                        <p:tgtEl>
                                          <p:spTgt spid="62555466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52312023"/>
                                        </p:tgtEl>
                                        <p:attrNameLst>
                                          <p:attrName>style.visibility</p:attrName>
                                        </p:attrNameLst>
                                      </p:cBhvr>
                                      <p:to>
                                        <p:strVal val="visible"/>
                                      </p:to>
                                    </p:set>
                                    <p:animEffect transition="in" filter="fade">
                                      <p:cBhvr>
                                        <p:cTn id="16" dur="500"/>
                                        <p:tgtEl>
                                          <p:spTgt spid="105231202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52312023">
                                            <p:txEl>
                                              <p:pRg st="0" end="0"/>
                                            </p:txEl>
                                          </p:spTgt>
                                        </p:tgtEl>
                                        <p:attrNameLst>
                                          <p:attrName>style.visibility</p:attrName>
                                        </p:attrNameLst>
                                      </p:cBhvr>
                                      <p:to>
                                        <p:strVal val="visible"/>
                                      </p:to>
                                    </p:set>
                                    <p:animEffect transition="in" filter="fade">
                                      <p:cBhvr>
                                        <p:cTn id="21" dur="500"/>
                                        <p:tgtEl>
                                          <p:spTgt spid="10523120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6128997" grpId="0" animBg="1"/>
      <p:bldP spid="450953149" grpId="0" animBg="1"/>
      <p:bldP spid="625554668" grpId="0"/>
      <p:bldP spid="1052312023" grpId="0"/>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36450569" name="Image 3"/>
          <p:cNvPicPr>
            <a:picLocks noChangeAspect="1"/>
          </p:cNvPicPr>
          <p:nvPr/>
        </p:nvPicPr>
        <p:blipFill rotWithShape="1">
          <a:blip r:embed="rId3"/>
          <a:stretch/>
        </p:blipFill>
        <p:spPr bwMode="auto">
          <a:xfrm>
            <a:off x="10766459" y="8358"/>
            <a:ext cx="1425541" cy="724085"/>
          </a:xfrm>
          <a:prstGeom prst="rect">
            <a:avLst/>
          </a:prstGeom>
        </p:spPr>
      </p:pic>
      <p:pic>
        <p:nvPicPr>
          <p:cNvPr id="1357542923" name="Image 4"/>
          <p:cNvPicPr>
            <a:picLocks noChangeAspect="1"/>
          </p:cNvPicPr>
          <p:nvPr/>
        </p:nvPicPr>
        <p:blipFill rotWithShape="1">
          <a:blip r:embed="rId4"/>
          <a:stretch/>
        </p:blipFill>
        <p:spPr bwMode="auto">
          <a:xfrm>
            <a:off x="0" y="2327553"/>
            <a:ext cx="12192000" cy="4404917"/>
          </a:xfrm>
          <a:prstGeom prst="rect">
            <a:avLst/>
          </a:prstGeom>
        </p:spPr>
      </p:pic>
      <p:sp>
        <p:nvSpPr>
          <p:cNvPr id="749797616" name="Rectangle 13"/>
          <p:cNvSpPr/>
          <p:nvPr/>
        </p:nvSpPr>
        <p:spPr bwMode="auto">
          <a:xfrm>
            <a:off x="456456" y="732443"/>
            <a:ext cx="10233316" cy="1436377"/>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12984606" name="Rectangle: Rounded Corners 19"/>
          <p:cNvSpPr/>
          <p:nvPr/>
        </p:nvSpPr>
        <p:spPr bwMode="auto">
          <a:xfrm>
            <a:off x="309660" y="321686"/>
            <a:ext cx="2801845" cy="66218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9087573" name="TextBox 20"/>
          <p:cNvSpPr txBox="1"/>
          <p:nvPr/>
        </p:nvSpPr>
        <p:spPr bwMode="auto">
          <a:xfrm>
            <a:off x="309660" y="353076"/>
            <a:ext cx="2727031" cy="584775"/>
          </a:xfrm>
          <a:prstGeom prst="rect">
            <a:avLst/>
          </a:prstGeom>
          <a:noFill/>
        </p:spPr>
        <p:txBody>
          <a:bodyPr wrap="square" rtlCol="0">
            <a:spAutoFit/>
          </a:bodyPr>
          <a:lstStyle/>
          <a:p>
            <a:pPr algn="ctr">
              <a:defRPr/>
            </a:pPr>
            <a:r>
              <a:rPr lang="fr-FR" sz="3200" b="1">
                <a:solidFill>
                  <a:schemeClr val="bg1"/>
                </a:solidFill>
                <a:cs typeface="Arial"/>
              </a:rPr>
              <a:t>API </a:t>
            </a:r>
            <a:r>
              <a:rPr lang="fr-FR" sz="3200" b="1">
                <a:solidFill>
                  <a:schemeClr val="bg1"/>
                </a:solidFill>
                <a:cs typeface="Arial"/>
              </a:rPr>
              <a:t>Rest</a:t>
            </a:r>
            <a:endParaRPr lang="ko-KR" sz="3200" b="1">
              <a:solidFill>
                <a:schemeClr val="bg1"/>
              </a:solidFill>
              <a:cs typeface="Arial"/>
            </a:endParaRPr>
          </a:p>
        </p:txBody>
      </p:sp>
      <p:sp>
        <p:nvSpPr>
          <p:cNvPr id="1117434497" name="TextBox 21"/>
          <p:cNvSpPr txBox="1"/>
          <p:nvPr/>
        </p:nvSpPr>
        <p:spPr bwMode="auto">
          <a:xfrm>
            <a:off x="456456" y="1033361"/>
            <a:ext cx="10052924" cy="830997"/>
          </a:xfrm>
          <a:prstGeom prst="rect">
            <a:avLst/>
          </a:prstGeom>
          <a:noFill/>
        </p:spPr>
        <p:txBody>
          <a:bodyPr wrap="square" rtlCol="0">
            <a:spAutoFit/>
          </a:bodyPr>
          <a:lstStyle/>
          <a:p>
            <a:pPr algn="just">
              <a:defRPr/>
            </a:pPr>
            <a:r>
              <a:rPr lang="fr-FR" sz="1600">
                <a:solidFill>
                  <a:schemeClr val="bg1"/>
                </a:solidFill>
                <a:latin typeface="Arial"/>
                <a:cs typeface="Arial"/>
              </a:rPr>
              <a:t>Une API REST (également appelée API </a:t>
            </a:r>
            <a:r>
              <a:rPr lang="fr-FR" sz="1600">
                <a:solidFill>
                  <a:schemeClr val="bg1"/>
                </a:solidFill>
                <a:latin typeface="Arial"/>
                <a:cs typeface="Arial"/>
              </a:rPr>
              <a:t>RESTful</a:t>
            </a:r>
            <a:r>
              <a:rPr lang="fr-FR" sz="1600">
                <a:solidFill>
                  <a:schemeClr val="bg1"/>
                </a:solidFill>
                <a:latin typeface="Arial"/>
                <a:cs typeface="Arial"/>
              </a:rPr>
              <a:t>) est une interface de programmation d'application (API ou API web) qui respecte les contraintes du style d'architecture REST et permet d'interagir avec les services web </a:t>
            </a:r>
            <a:r>
              <a:rPr lang="fr-FR" sz="1600">
                <a:solidFill>
                  <a:schemeClr val="bg1"/>
                </a:solidFill>
                <a:latin typeface="Arial"/>
                <a:cs typeface="Arial"/>
              </a:rPr>
              <a:t>RESTful</a:t>
            </a:r>
            <a:r>
              <a:rPr lang="fr-FR" sz="1600">
                <a:solidFill>
                  <a:schemeClr val="bg1"/>
                </a:solidFill>
                <a:latin typeface="Arial"/>
                <a:cs typeface="Arial"/>
              </a:rPr>
              <a:t>. L'architecture REST (</a:t>
            </a:r>
            <a:r>
              <a:rPr lang="fr-FR" sz="1600">
                <a:solidFill>
                  <a:schemeClr val="bg1"/>
                </a:solidFill>
                <a:latin typeface="Arial"/>
                <a:cs typeface="Arial"/>
              </a:rPr>
              <a:t>Representational</a:t>
            </a:r>
            <a:r>
              <a:rPr lang="fr-FR" sz="1600">
                <a:solidFill>
                  <a:schemeClr val="bg1"/>
                </a:solidFill>
                <a:latin typeface="Arial"/>
                <a:cs typeface="Arial"/>
              </a:rPr>
              <a:t> State Transfer).</a:t>
            </a:r>
            <a:endParaRPr lang="en-US" sz="1600">
              <a:solidFill>
                <a:schemeClr val="bg1"/>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49797616"/>
                                        </p:tgtEl>
                                        <p:attrNameLst>
                                          <p:attrName>style.visibility</p:attrName>
                                        </p:attrNameLst>
                                      </p:cBhvr>
                                      <p:to>
                                        <p:strVal val="visible"/>
                                      </p:to>
                                    </p:set>
                                    <p:animEffect transition="in" filter="fade">
                                      <p:cBhvr>
                                        <p:cTn id="7" dur="500"/>
                                        <p:tgtEl>
                                          <p:spTgt spid="7497976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12984606"/>
                                        </p:tgtEl>
                                        <p:attrNameLst>
                                          <p:attrName>style.visibility</p:attrName>
                                        </p:attrNameLst>
                                      </p:cBhvr>
                                      <p:to>
                                        <p:strVal val="visible"/>
                                      </p:to>
                                    </p:set>
                                    <p:animEffect transition="in" filter="fade">
                                      <p:cBhvr>
                                        <p:cTn id="10" dur="500"/>
                                        <p:tgtEl>
                                          <p:spTgt spid="121298460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9087573"/>
                                        </p:tgtEl>
                                        <p:attrNameLst>
                                          <p:attrName>style.visibility</p:attrName>
                                        </p:attrNameLst>
                                      </p:cBhvr>
                                      <p:to>
                                        <p:strVal val="visible"/>
                                      </p:to>
                                    </p:set>
                                    <p:animEffect transition="in" filter="fade">
                                      <p:cBhvr>
                                        <p:cTn id="13" dur="500"/>
                                        <p:tgtEl>
                                          <p:spTgt spid="16908757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17434497"/>
                                        </p:tgtEl>
                                        <p:attrNameLst>
                                          <p:attrName>style.visibility</p:attrName>
                                        </p:attrNameLst>
                                      </p:cBhvr>
                                      <p:to>
                                        <p:strVal val="visible"/>
                                      </p:to>
                                    </p:set>
                                    <p:animEffect transition="in" filter="fade">
                                      <p:cBhvr>
                                        <p:cTn id="16" dur="500"/>
                                        <p:tgtEl>
                                          <p:spTgt spid="111743449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17434497">
                                            <p:txEl>
                                              <p:pRg st="0" end="0"/>
                                            </p:txEl>
                                          </p:spTgt>
                                        </p:tgtEl>
                                        <p:attrNameLst>
                                          <p:attrName>style.visibility</p:attrName>
                                        </p:attrNameLst>
                                      </p:cBhvr>
                                      <p:to>
                                        <p:strVal val="visible"/>
                                      </p:to>
                                    </p:set>
                                    <p:animEffect transition="in" filter="fade">
                                      <p:cBhvr>
                                        <p:cTn id="21" dur="500"/>
                                        <p:tgtEl>
                                          <p:spTgt spid="1117434497">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3575429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9797616" grpId="0" animBg="1"/>
      <p:bldP spid="1212984606" grpId="0" animBg="1"/>
      <p:bldP spid="169087573" grpId="0"/>
      <p:bldP spid="1117434497" grpId="0"/>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0216418" name="Image 2"/>
          <p:cNvPicPr>
            <a:picLocks noChangeAspect="1"/>
          </p:cNvPicPr>
          <p:nvPr/>
        </p:nvPicPr>
        <p:blipFill rotWithShape="1">
          <a:blip r:embed="rId3"/>
          <a:stretch/>
        </p:blipFill>
        <p:spPr bwMode="auto">
          <a:xfrm>
            <a:off x="2120625" y="0"/>
            <a:ext cx="9221916" cy="6540812"/>
          </a:xfrm>
          <a:prstGeom prst="rect">
            <a:avLst/>
          </a:prstGeom>
        </p:spPr>
      </p:pic>
      <p:sp>
        <p:nvSpPr>
          <p:cNvPr id="1409308641" name="Rectangle: Rounded Corners 19"/>
          <p:cNvSpPr/>
          <p:nvPr/>
        </p:nvSpPr>
        <p:spPr bwMode="auto">
          <a:xfrm>
            <a:off x="283103" y="479620"/>
            <a:ext cx="2801845" cy="655627"/>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46349979" name="TextBox 20"/>
          <p:cNvSpPr txBox="1"/>
          <p:nvPr/>
        </p:nvSpPr>
        <p:spPr bwMode="auto">
          <a:xfrm>
            <a:off x="341663" y="550472"/>
            <a:ext cx="2727031" cy="584775"/>
          </a:xfrm>
          <a:prstGeom prst="rect">
            <a:avLst/>
          </a:prstGeom>
          <a:noFill/>
        </p:spPr>
        <p:txBody>
          <a:bodyPr wrap="square" rtlCol="0">
            <a:spAutoFit/>
          </a:bodyPr>
          <a:lstStyle/>
          <a:p>
            <a:pPr algn="ctr">
              <a:defRPr/>
            </a:pPr>
            <a:r>
              <a:rPr lang="fr-FR" sz="3200" b="1">
                <a:solidFill>
                  <a:schemeClr val="bg1"/>
                </a:solidFill>
                <a:cs typeface="Arial"/>
              </a:rPr>
              <a:t>Le </a:t>
            </a:r>
            <a:r>
              <a:rPr lang="fr-FR" sz="3200" b="1">
                <a:solidFill>
                  <a:schemeClr val="bg1"/>
                </a:solidFill>
                <a:cs typeface="Arial"/>
              </a:rPr>
              <a:t>modéle</a:t>
            </a:r>
            <a:endParaRPr lang="ko-KR" sz="3200" b="1">
              <a:solidFill>
                <a:schemeClr val="bg1"/>
              </a:solidFill>
              <a:cs typeface="Arial"/>
            </a:endParaRPr>
          </a:p>
        </p:txBody>
      </p:sp>
      <p:pic>
        <p:nvPicPr>
          <p:cNvPr id="159200655" name="Image 5"/>
          <p:cNvPicPr>
            <a:picLocks noChangeAspect="1"/>
          </p:cNvPicPr>
          <p:nvPr/>
        </p:nvPicPr>
        <p:blipFill rotWithShape="1">
          <a:blip r:embed="rId4"/>
          <a:stretch/>
        </p:blipFill>
        <p:spPr bwMode="auto">
          <a:xfrm>
            <a:off x="9478492" y="222529"/>
            <a:ext cx="2442547" cy="12406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09308641"/>
                                        </p:tgtEl>
                                        <p:attrNameLst>
                                          <p:attrName>style.visibility</p:attrName>
                                        </p:attrNameLst>
                                      </p:cBhvr>
                                      <p:to>
                                        <p:strVal val="visible"/>
                                      </p:to>
                                    </p:set>
                                    <p:animEffect transition="in" filter="fade">
                                      <p:cBhvr>
                                        <p:cTn id="7" dur="500"/>
                                        <p:tgtEl>
                                          <p:spTgt spid="140930864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46349979"/>
                                        </p:tgtEl>
                                        <p:attrNameLst>
                                          <p:attrName>style.visibility</p:attrName>
                                        </p:attrNameLst>
                                      </p:cBhvr>
                                      <p:to>
                                        <p:strVal val="visible"/>
                                      </p:to>
                                    </p:set>
                                    <p:animEffect transition="in" filter="fade">
                                      <p:cBhvr>
                                        <p:cTn id="10" dur="500"/>
                                        <p:tgtEl>
                                          <p:spTgt spid="1946349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9308641" grpId="0" animBg="1"/>
      <p:bldP spid="1946349979" grpId="0"/>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46007686" name="Image 1"/>
          <p:cNvPicPr>
            <a:picLocks noChangeAspect="1"/>
          </p:cNvPicPr>
          <p:nvPr/>
        </p:nvPicPr>
        <p:blipFill rotWithShape="1">
          <a:blip r:embed="rId3"/>
          <a:stretch/>
        </p:blipFill>
        <p:spPr bwMode="auto">
          <a:xfrm>
            <a:off x="-189108" y="138342"/>
            <a:ext cx="8060515" cy="4554191"/>
          </a:xfrm>
          <a:prstGeom prst="rect">
            <a:avLst/>
          </a:prstGeom>
        </p:spPr>
      </p:pic>
      <p:pic>
        <p:nvPicPr>
          <p:cNvPr id="1156186710" name="Image 2"/>
          <p:cNvPicPr>
            <a:picLocks noChangeAspect="1"/>
          </p:cNvPicPr>
          <p:nvPr/>
        </p:nvPicPr>
        <p:blipFill rotWithShape="1">
          <a:blip r:embed="rId4"/>
          <a:stretch/>
        </p:blipFill>
        <p:spPr bwMode="auto">
          <a:xfrm>
            <a:off x="5884272" y="2620065"/>
            <a:ext cx="5943108" cy="414493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291969" name="Image 6"/>
          <p:cNvPicPr>
            <a:picLocks noChangeAspect="1"/>
          </p:cNvPicPr>
          <p:nvPr/>
        </p:nvPicPr>
        <p:blipFill rotWithShape="1">
          <a:blip r:embed="rId3"/>
          <a:stretch/>
        </p:blipFill>
        <p:spPr bwMode="auto">
          <a:xfrm>
            <a:off x="9580003" y="4934457"/>
            <a:ext cx="1508802" cy="1721152"/>
          </a:xfrm>
          <a:prstGeom prst="rect">
            <a:avLst/>
          </a:prstGeom>
        </p:spPr>
      </p:pic>
      <p:pic>
        <p:nvPicPr>
          <p:cNvPr id="279703796" name="Image 7"/>
          <p:cNvPicPr>
            <a:picLocks noChangeAspect="1"/>
          </p:cNvPicPr>
          <p:nvPr/>
        </p:nvPicPr>
        <p:blipFill rotWithShape="1">
          <a:blip r:embed="rId4"/>
          <a:stretch/>
        </p:blipFill>
        <p:spPr bwMode="auto">
          <a:xfrm>
            <a:off x="6347440" y="3688517"/>
            <a:ext cx="3232562" cy="1252617"/>
          </a:xfrm>
          <a:prstGeom prst="rect">
            <a:avLst/>
          </a:prstGeom>
        </p:spPr>
      </p:pic>
      <p:sp>
        <p:nvSpPr>
          <p:cNvPr id="1797421641" name="Заголовок 1"/>
          <p:cNvSpPr txBox="1"/>
          <p:nvPr/>
        </p:nvSpPr>
        <p:spPr bwMode="auto">
          <a:xfrm>
            <a:off x="609599" y="274638"/>
            <a:ext cx="10972800" cy="1143000"/>
          </a:xfrm>
          <a:prstGeom prst="rect">
            <a:avLst/>
          </a:prstGeom>
        </p:spPr>
        <p:txBody>
          <a:bodyPr/>
          <a:lstStyle>
            <a:lvl1pPr algn="l" defTabSz="914400" rtl="0">
              <a:lnSpc>
                <a:spcPct val="90000"/>
              </a:lnSpc>
              <a:spcBef>
                <a:spcPts val="0"/>
              </a:spcBef>
              <a:buNone/>
              <a:defRPr sz="4400">
                <a:solidFill>
                  <a:schemeClr val="tx1"/>
                </a:solidFill>
                <a:latin typeface="+mj-lt"/>
                <a:ea typeface="+mj-ea"/>
                <a:cs typeface="+mj-cs"/>
              </a:defRPr>
            </a:lvl1pPr>
          </a:lstStyle>
          <a:p>
            <a:pPr>
              <a:defRPr/>
            </a:pPr>
            <a:r>
              <a:rPr lang="fr-FR"/>
              <a:t>Utilisation de l’API </a:t>
            </a:r>
            <a:r>
              <a:rPr lang="fr-FR"/>
              <a:t>SensorThings</a:t>
            </a:r>
            <a:endParaRPr lang="fr-FR"/>
          </a:p>
        </p:txBody>
      </p:sp>
      <p:sp>
        <p:nvSpPr>
          <p:cNvPr id="2009262468" name="Объект 2"/>
          <p:cNvSpPr txBox="1"/>
          <p:nvPr/>
        </p:nvSpPr>
        <p:spPr bwMode="auto">
          <a:xfrm>
            <a:off x="609599" y="1600201"/>
            <a:ext cx="10972800" cy="4525962"/>
          </a:xfrm>
          <a:prstGeom prst="rect">
            <a:avLst/>
          </a:prstGeom>
        </p:spPr>
        <p:txBody>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a:defRPr/>
            </a:pPr>
            <a:r>
              <a:rPr lang="en-US"/>
              <a:t>En</a:t>
            </a:r>
            <a:r>
              <a:rPr lang="en-US"/>
              <a:t> </a:t>
            </a:r>
            <a:r>
              <a:rPr lang="en-US"/>
              <a:t>terme</a:t>
            </a:r>
            <a:r>
              <a:rPr lang="en-US"/>
              <a:t> simples</a:t>
            </a:r>
            <a:endParaRPr/>
          </a:p>
        </p:txBody>
      </p:sp>
      <p:cxnSp>
        <p:nvCxnSpPr>
          <p:cNvPr id="1553241062" name="Connecteur droit 10"/>
          <p:cNvCxnSpPr>
            <a:stCxn id="1955495316" idx="2"/>
            <a:endCxn id="1866462710" idx="1"/>
          </p:cNvCxnSpPr>
          <p:nvPr/>
        </p:nvCxnSpPr>
        <p:spPr bwMode="auto">
          <a:xfrm rot="5399942" flipV="1">
            <a:off x="6125124" y="1601786"/>
            <a:ext cx="1068471" cy="2878749"/>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866462710" name="Connecteur droit 11"/>
          <p:cNvCxnSpPr/>
          <p:nvPr/>
        </p:nvCxnSpPr>
        <p:spPr bwMode="auto">
          <a:xfrm rot="5399942" flipV="1">
            <a:off x="7511583" y="2988245"/>
            <a:ext cx="1174303" cy="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07990250" name="Connecteur droit 12"/>
          <p:cNvCxnSpPr/>
          <p:nvPr/>
        </p:nvCxnSpPr>
        <p:spPr bwMode="auto">
          <a:xfrm flipV="1">
            <a:off x="8892128" y="3956397"/>
            <a:ext cx="1375748" cy="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576354684" name="Connecteur droit 13"/>
          <p:cNvCxnSpPr/>
          <p:nvPr/>
        </p:nvCxnSpPr>
        <p:spPr bwMode="auto">
          <a:xfrm rot="5399942" flipV="1">
            <a:off x="10685918" y="4459550"/>
            <a:ext cx="666748" cy="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2128666184" name="Connecteur en angle 14"/>
          <p:cNvCxnSpPr>
            <a:stCxn id="145009420" idx="1"/>
          </p:cNvCxnSpPr>
          <p:nvPr/>
        </p:nvCxnSpPr>
        <p:spPr bwMode="auto">
          <a:xfrm rot="10799954" flipV="1">
            <a:off x="5219987" y="3956397"/>
            <a:ext cx="2180247" cy="540279"/>
          </a:xfrm>
          <a:prstGeom prst="bentConnector3">
            <a:avLst>
              <a:gd name="adj1" fmla="val 99999"/>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sp>
        <p:nvSpPr>
          <p:cNvPr id="1955495316" name="Rectangle 16"/>
          <p:cNvSpPr/>
          <p:nvPr/>
        </p:nvSpPr>
        <p:spPr bwMode="auto">
          <a:xfrm>
            <a:off x="4468568" y="1744925"/>
            <a:ext cx="1502832" cy="761998"/>
          </a:xfrm>
          <a:prstGeom prst="rect">
            <a:avLst/>
          </a:prstGeom>
          <a:solidFill>
            <a:schemeClr val="bg1"/>
          </a:solidFill>
          <a:ln w="28575" cap="flat" cmpd="sng" algn="ctr">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a:solidFill>
                  <a:schemeClr val="tx1"/>
                </a:solidFill>
              </a:rPr>
              <a:t>Observation</a:t>
            </a:r>
            <a:endParaRPr/>
          </a:p>
          <a:p>
            <a:pPr algn="ctr">
              <a:defRPr/>
            </a:pPr>
            <a:r>
              <a:rPr>
                <a:solidFill>
                  <a:schemeClr val="tx1"/>
                </a:solidFill>
              </a:rPr>
              <a:t>method</a:t>
            </a:r>
            <a:endParaRPr/>
          </a:p>
        </p:txBody>
      </p:sp>
      <p:sp>
        <p:nvSpPr>
          <p:cNvPr id="1177670074" name="Rectangle 17"/>
          <p:cNvSpPr/>
          <p:nvPr/>
        </p:nvSpPr>
        <p:spPr bwMode="auto">
          <a:xfrm>
            <a:off x="7400235" y="1670314"/>
            <a:ext cx="1502832" cy="761998"/>
          </a:xfrm>
          <a:prstGeom prst="rect">
            <a:avLst/>
          </a:prstGeom>
          <a:solidFill>
            <a:schemeClr val="bg1"/>
          </a:solidFill>
          <a:ln w="38099" cap="flat" cmpd="sng" algn="ctr">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a:solidFill>
                  <a:schemeClr val="tx1"/>
                </a:solidFill>
              </a:rPr>
              <a:t>Observed</a:t>
            </a:r>
            <a:endParaRPr/>
          </a:p>
          <a:p>
            <a:pPr algn="ctr">
              <a:defRPr/>
            </a:pPr>
            <a:r>
              <a:rPr>
                <a:solidFill>
                  <a:schemeClr val="tx1"/>
                </a:solidFill>
              </a:rPr>
              <a:t>property</a:t>
            </a:r>
            <a:endParaRPr/>
          </a:p>
        </p:txBody>
      </p:sp>
      <p:sp>
        <p:nvSpPr>
          <p:cNvPr id="145009420" name="Rectangle 18"/>
          <p:cNvSpPr/>
          <p:nvPr/>
        </p:nvSpPr>
        <p:spPr bwMode="auto">
          <a:xfrm>
            <a:off x="7400236" y="3575396"/>
            <a:ext cx="1502832" cy="761998"/>
          </a:xfrm>
          <a:prstGeom prst="rect">
            <a:avLst/>
          </a:prstGeom>
          <a:solidFill>
            <a:schemeClr val="bg1"/>
          </a:solidFill>
          <a:ln w="38099" cap="flat" cmpd="sng" algn="ctr">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a:solidFill>
                  <a:schemeClr val="tx1"/>
                </a:solidFill>
              </a:rPr>
              <a:t>Observation</a:t>
            </a:r>
            <a:endParaRPr/>
          </a:p>
          <a:p>
            <a:pPr algn="ctr">
              <a:defRPr/>
            </a:pPr>
            <a:r>
              <a:rPr>
                <a:solidFill>
                  <a:schemeClr val="tx1"/>
                </a:solidFill>
              </a:rPr>
              <a:t>collection</a:t>
            </a:r>
            <a:endParaRPr/>
          </a:p>
        </p:txBody>
      </p:sp>
      <p:sp>
        <p:nvSpPr>
          <p:cNvPr id="1791483128" name="Rectangle 19"/>
          <p:cNvSpPr/>
          <p:nvPr/>
        </p:nvSpPr>
        <p:spPr bwMode="auto">
          <a:xfrm>
            <a:off x="10278818" y="3575396"/>
            <a:ext cx="1502832" cy="761998"/>
          </a:xfrm>
          <a:prstGeom prst="rect">
            <a:avLst/>
          </a:prstGeom>
          <a:solidFill>
            <a:schemeClr val="bg1"/>
          </a:solidFill>
          <a:ln w="38099" cap="flat" cmpd="sng" algn="ctr">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defRPr/>
            </a:pPr>
            <a:r>
              <a:rPr>
                <a:solidFill>
                  <a:schemeClr val="tx1"/>
                </a:solidFill>
              </a:rPr>
              <a:t>Observation</a:t>
            </a:r>
            <a:endParaRPr/>
          </a:p>
        </p:txBody>
      </p:sp>
      <p:sp>
        <p:nvSpPr>
          <p:cNvPr id="428477780" name="Rectangle 20"/>
          <p:cNvSpPr/>
          <p:nvPr/>
        </p:nvSpPr>
        <p:spPr bwMode="auto">
          <a:xfrm>
            <a:off x="10267877" y="4814133"/>
            <a:ext cx="1502832" cy="761998"/>
          </a:xfrm>
          <a:prstGeom prst="rect">
            <a:avLst/>
          </a:prstGeom>
          <a:solidFill>
            <a:schemeClr val="bg1"/>
          </a:solidFill>
          <a:ln w="38099" cap="flat" cmpd="sng" algn="ctr">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a:solidFill>
                  <a:schemeClr val="tx1"/>
                </a:solidFill>
              </a:rPr>
              <a:t>Feature</a:t>
            </a:r>
            <a:endParaRPr/>
          </a:p>
          <a:p>
            <a:pPr algn="ctr">
              <a:defRPr/>
            </a:pPr>
            <a:r>
              <a:rPr>
                <a:solidFill>
                  <a:schemeClr val="tx1"/>
                </a:solidFill>
              </a:rPr>
              <a:t>of interest</a:t>
            </a:r>
            <a:endParaRPr/>
          </a:p>
        </p:txBody>
      </p:sp>
      <p:sp>
        <p:nvSpPr>
          <p:cNvPr id="1425945827" name="Rectangle 21"/>
          <p:cNvSpPr/>
          <p:nvPr/>
        </p:nvSpPr>
        <p:spPr bwMode="auto">
          <a:xfrm>
            <a:off x="4447444" y="4496678"/>
            <a:ext cx="1502832" cy="888913"/>
          </a:xfrm>
          <a:prstGeom prst="rect">
            <a:avLst/>
          </a:prstGeom>
          <a:solidFill>
            <a:schemeClr val="bg1"/>
          </a:solidFill>
          <a:ln w="38099" cap="flat" cmpd="sng" algn="ctr">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fr-FR" sz="1800" b="0" i="0" u="none" strike="noStrike" cap="none" spc="0">
                <a:solidFill>
                  <a:schemeClr val="tx1"/>
                </a:solidFill>
                <a:latin typeface="+mn-lt"/>
                <a:ea typeface="+mn-ea"/>
                <a:cs typeface="+mn-cs"/>
              </a:rPr>
              <a:t>Observer / Sensor / Station</a:t>
            </a:r>
            <a:endParaRPr>
              <a:solidFill>
                <a:schemeClr val="tx1"/>
              </a:solidFill>
            </a:endParaRPr>
          </a:p>
        </p:txBody>
      </p:sp>
      <p:pic>
        <p:nvPicPr>
          <p:cNvPr id="1110773844" name="Image 22"/>
          <p:cNvPicPr>
            <a:picLocks noChangeAspect="1"/>
          </p:cNvPicPr>
          <p:nvPr/>
        </p:nvPicPr>
        <p:blipFill rotWithShape="1">
          <a:blip r:embed="rId5"/>
          <a:srcRect l="25649" t="0" r="25498" b="0"/>
          <a:stretch/>
        </p:blipFill>
        <p:spPr bwMode="auto">
          <a:xfrm>
            <a:off x="6004474" y="1402026"/>
            <a:ext cx="568854" cy="1164431"/>
          </a:xfrm>
          <a:prstGeom prst="rect">
            <a:avLst/>
          </a:prstGeom>
        </p:spPr>
      </p:pic>
      <p:pic>
        <p:nvPicPr>
          <p:cNvPr id="538548864" name="Image 23"/>
          <p:cNvPicPr>
            <a:picLocks noChangeAspect="1"/>
          </p:cNvPicPr>
          <p:nvPr/>
        </p:nvPicPr>
        <p:blipFill rotWithShape="1">
          <a:blip r:embed="rId6"/>
          <a:stretch/>
        </p:blipFill>
        <p:spPr bwMode="auto">
          <a:xfrm>
            <a:off x="8962516" y="1505657"/>
            <a:ext cx="1389983" cy="926655"/>
          </a:xfrm>
          <a:prstGeom prst="rect">
            <a:avLst/>
          </a:prstGeom>
        </p:spPr>
      </p:pic>
      <p:pic>
        <p:nvPicPr>
          <p:cNvPr id="332000957" name="Image 24"/>
          <p:cNvPicPr>
            <a:picLocks noChangeAspect="1"/>
          </p:cNvPicPr>
          <p:nvPr/>
        </p:nvPicPr>
        <p:blipFill rotWithShape="1">
          <a:blip r:embed="rId7"/>
          <a:srcRect l="17909" t="0" r="34681" b="0"/>
          <a:stretch/>
        </p:blipFill>
        <p:spPr bwMode="auto">
          <a:xfrm>
            <a:off x="3321197" y="3790815"/>
            <a:ext cx="1045104" cy="2004218"/>
          </a:xfrm>
          <a:prstGeom prst="rect">
            <a:avLst/>
          </a:prstGeom>
        </p:spPr>
      </p:pic>
      <p:sp>
        <p:nvSpPr>
          <p:cNvPr id="1635187261" name="Rectangle 25"/>
          <p:cNvSpPr/>
          <p:nvPr/>
        </p:nvSpPr>
        <p:spPr bwMode="auto">
          <a:xfrm>
            <a:off x="10068071" y="2996406"/>
            <a:ext cx="1871926" cy="365795"/>
          </a:xfrm>
          <a:prstGeom prst="rect">
            <a:avLst/>
          </a:prstGeom>
          <a:noFill/>
        </p:spPr>
        <p:txBody>
          <a:bodyPr vertOverflow="overflow" horzOverflow="clip" vert="horz" wrap="square" lIns="91440" tIns="45720" rIns="91440" bIns="45720" numCol="1" spcCol="0" rtlCol="0" fromWordArt="0" anchor="t" anchorCtr="0" forceAA="0" compatLnSpc="0">
            <a:spAutoFit/>
          </a:bodyPr>
          <a:lstStyle/>
          <a:p>
            <a:pPr>
              <a:defRPr/>
            </a:pPr>
            <a:endParaRPr/>
          </a:p>
        </p:txBody>
      </p:sp>
      <p:graphicFrame>
        <p:nvGraphicFramePr>
          <p:cNvPr id="795579649" name="Tableau 26"/>
          <p:cNvGraphicFramePr>
            <a:graphicFrameLocks xmlns:a="http://schemas.openxmlformats.org/drawingml/2006/main"/>
          </p:cNvGraphicFramePr>
          <p:nvPr/>
        </p:nvGraphicFramePr>
        <p:xfrm rot="0">
          <a:off x="9657508" y="3139877"/>
          <a:ext cx="2577260" cy="548640"/>
        </p:xfrm>
        <a:graphic>
          <a:graphicData uri="http://schemas.openxmlformats.org/drawingml/2006/table">
            <a:tbl>
              <a:tblPr firstRow="1" firstCol="1" lastRow="0" lastCol="0" bandRow="1" bandCol="0"/>
              <a:tblGrid>
                <a:gridCol w="25400"/>
                <a:gridCol w="2551860"/>
              </a:tblGrid>
              <a:tr h="352351">
                <a:tc>
                  <a:txBody>
                    <a:bodyPr/>
                    <a:p>
                      <a:pPr>
                        <a:defRPr/>
                      </a:pPr>
                      <a:br>
                        <a:rPr/>
                      </a:br>
                      <a:endParaRPr/>
                    </a:p>
                  </a:txBody>
                  <a:tcPr marL="0" marR="0" marT="0" marB="0" anchor="ctr">
                    <a:lnL w="12700" algn="ctr">
                      <a:noFill/>
                    </a:lnL>
                    <a:lnR w="12700" algn="ctr">
                      <a:noFill/>
                    </a:lnR>
                    <a:lnT w="12700" algn="ctr">
                      <a:noFill/>
                    </a:lnT>
                    <a:lnB w="12700" algn="ctr">
                      <a:noFill/>
                    </a:lnB>
                  </a:tcPr>
                </a:tc>
                <a:tc>
                  <a:txBody>
                    <a:bodyPr/>
                    <a:p>
                      <a:pPr>
                        <a:defRPr/>
                      </a:pPr>
                      <a:r>
                        <a:rPr sz="1200" b="0" i="1" u="none">
                          <a:solidFill>
                            <a:srgbClr val="0000FF"/>
                          </a:solidFill>
                          <a:latin typeface="Times New Roman"/>
                          <a:ea typeface="Times New Roman"/>
                          <a:cs typeface="Times New Roman"/>
                        </a:rPr>
                        <a:t>"2021-05-07T09:50:00.000Z":"16.79 </a:t>
                      </a:r>
                      <a:endParaRPr/>
                    </a:p>
                  </a:txBody>
                  <a:tcPr marL="0" marR="0" marT="0" marB="0" anchor="ctr">
                    <a:lnL w="12700" algn="ctr">
                      <a:noFill/>
                    </a:lnL>
                    <a:lnR w="12700" algn="ctr">
                      <a:noFill/>
                    </a:lnR>
                    <a:lnT w="12700" algn="ctr">
                      <a:noFill/>
                    </a:lnT>
                    <a:lnB w="12700" algn="ctr">
                      <a:noFill/>
                    </a:lnB>
                  </a:tcPr>
                </a:tc>
              </a:tr>
            </a:tbl>
          </a:graphicData>
        </a:graphic>
      </p:graphicFrame>
      <p:sp>
        <p:nvSpPr>
          <p:cNvPr id="2061765950" name="Rectangle 27"/>
          <p:cNvSpPr/>
          <p:nvPr/>
        </p:nvSpPr>
        <p:spPr bwMode="auto">
          <a:xfrm>
            <a:off x="4390716" y="2499764"/>
            <a:ext cx="2935939" cy="378039"/>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sz="1600">
                <a:solidFill>
                  <a:schemeClr val="accent6">
                    <a:lumMod val="75000"/>
                  </a:schemeClr>
                </a:solidFill>
              </a:rPr>
              <a:t>Sensor type</a:t>
            </a:r>
            <a:r>
              <a:rPr lang="fr-FR" sz="1600">
                <a:solidFill>
                  <a:schemeClr val="accent6">
                    <a:lumMod val="75000"/>
                  </a:schemeClr>
                </a:solidFill>
              </a:rPr>
              <a:t> </a:t>
            </a:r>
            <a:r>
              <a:rPr sz="1600">
                <a:solidFill>
                  <a:schemeClr val="accent6">
                    <a:lumMod val="75000"/>
                  </a:schemeClr>
                </a:solidFill>
              </a:rPr>
              <a:t>= </a:t>
            </a:r>
            <a:r>
              <a:rPr lang="fr-FR" sz="1600">
                <a:solidFill>
                  <a:schemeClr val="accent6">
                    <a:lumMod val="75000"/>
                  </a:schemeClr>
                </a:solidFill>
              </a:rPr>
              <a:t>Pluviomètre </a:t>
            </a:r>
            <a:endParaRPr sz="1600">
              <a:solidFill>
                <a:schemeClr val="accent6">
                  <a:lumMod val="75000"/>
                </a:schemeClr>
              </a:solidFill>
            </a:endParaRPr>
          </a:p>
        </p:txBody>
      </p:sp>
      <p:sp>
        <p:nvSpPr>
          <p:cNvPr id="331638613" name="Rectangle 28"/>
          <p:cNvSpPr/>
          <p:nvPr/>
        </p:nvSpPr>
        <p:spPr bwMode="auto">
          <a:xfrm>
            <a:off x="6269933" y="4911830"/>
            <a:ext cx="3640344" cy="458985"/>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a:solidFill>
                  <a:schemeClr val="accent6">
                    <a:lumMod val="75000"/>
                  </a:schemeClr>
                </a:solidFill>
              </a:rPr>
              <a:t>séries chronologiques des précipitations </a:t>
            </a:r>
            <a:endParaRPr/>
          </a:p>
        </p:txBody>
      </p:sp>
      <p:sp>
        <p:nvSpPr>
          <p:cNvPr id="1946573374" name="Rectangle 29"/>
          <p:cNvSpPr/>
          <p:nvPr/>
        </p:nvSpPr>
        <p:spPr bwMode="auto">
          <a:xfrm>
            <a:off x="8908743" y="2401093"/>
            <a:ext cx="2457531" cy="458984"/>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a:solidFill>
                  <a:schemeClr val="accent6">
                    <a:lumMod val="75000"/>
                  </a:schemeClr>
                </a:solidFill>
              </a:rPr>
              <a:t>quantité de précipitations</a:t>
            </a:r>
            <a:endParaRPr/>
          </a:p>
        </p:txBody>
      </p:sp>
      <p:sp>
        <p:nvSpPr>
          <p:cNvPr id="518525998" name="Rectangle 30"/>
          <p:cNvSpPr/>
          <p:nvPr/>
        </p:nvSpPr>
        <p:spPr bwMode="auto">
          <a:xfrm>
            <a:off x="7973226" y="6563822"/>
            <a:ext cx="3825336" cy="327167"/>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a:solidFill>
                  <a:schemeClr val="accent6">
                    <a:lumMod val="75000"/>
                  </a:schemeClr>
                </a:solidFill>
              </a:rPr>
              <a:t>Zone représentative autour de la station </a:t>
            </a:r>
            <a:endParaRPr sz="1600">
              <a:solidFill>
                <a:schemeClr val="accent6">
                  <a:lumMod val="75000"/>
                </a:schemeClr>
              </a:solidFill>
            </a:endParaRPr>
          </a:p>
        </p:txBody>
      </p:sp>
      <p:sp>
        <p:nvSpPr>
          <p:cNvPr id="196050540" name="Rectangle 31"/>
          <p:cNvSpPr/>
          <p:nvPr/>
        </p:nvSpPr>
        <p:spPr bwMode="auto">
          <a:xfrm>
            <a:off x="2580863" y="3292944"/>
            <a:ext cx="4064933" cy="357066"/>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a:solidFill>
                  <a:schemeClr val="accent6">
                    <a:lumMod val="75000"/>
                  </a:schemeClr>
                </a:solidFill>
              </a:rPr>
              <a:t>Sensor</a:t>
            </a:r>
            <a:r>
              <a:rPr lang="fr-FR" sz="1600">
                <a:solidFill>
                  <a:schemeClr val="accent6">
                    <a:lumMod val="75000"/>
                  </a:schemeClr>
                </a:solidFill>
              </a:rPr>
              <a:t> </a:t>
            </a:r>
            <a:r>
              <a:rPr lang="fr-FR" sz="1600">
                <a:solidFill>
                  <a:schemeClr val="accent6">
                    <a:lumMod val="75000"/>
                  </a:schemeClr>
                </a:solidFill>
              </a:rPr>
              <a:t>intance</a:t>
            </a:r>
            <a:r>
              <a:rPr lang="fr-FR" sz="1600">
                <a:solidFill>
                  <a:schemeClr val="accent6">
                    <a:lumMod val="75000"/>
                  </a:schemeClr>
                </a:solidFill>
              </a:rPr>
              <a:t> </a:t>
            </a:r>
            <a:r>
              <a:rPr sz="1600">
                <a:solidFill>
                  <a:schemeClr val="accent6">
                    <a:lumMod val="75000"/>
                  </a:schemeClr>
                </a:solidFill>
              </a:rPr>
              <a:t>= </a:t>
            </a:r>
            <a:r>
              <a:rPr lang="fr-FR" sz="1600">
                <a:solidFill>
                  <a:schemeClr val="accent6">
                    <a:lumMod val="75000"/>
                  </a:schemeClr>
                </a:solidFill>
              </a:rPr>
              <a:t>Station </a:t>
            </a:r>
            <a:r>
              <a:rPr sz="1600">
                <a:solidFill>
                  <a:schemeClr val="accent6">
                    <a:lumMod val="75000"/>
                  </a:schemeClr>
                </a:solidFill>
              </a:rPr>
              <a:t>meteo</a:t>
            </a:r>
            <a:r>
              <a:rPr sz="1600">
                <a:solidFill>
                  <a:schemeClr val="accent6">
                    <a:lumMod val="75000"/>
                  </a:schemeClr>
                </a:solidFill>
              </a:rPr>
              <a:t> </a:t>
            </a:r>
            <a:r>
              <a:rPr lang="fr-FR" sz="1600">
                <a:solidFill>
                  <a:schemeClr val="accent6">
                    <a:lumMod val="75000"/>
                  </a:schemeClr>
                </a:solidFill>
              </a:rPr>
              <a:t>de Rennes</a:t>
            </a:r>
            <a:endParaRPr lang="fr-FR" sz="1800" b="0" i="0" u="none" strike="noStrike" cap="none" spc="0">
              <a:solidFill>
                <a:schemeClr val="accent1"/>
              </a:solidFill>
              <a:latin typeface="+mn-lt"/>
              <a:ea typeface="+mn-lt"/>
              <a:cs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11191791" name="Image 6"/>
          <p:cNvPicPr>
            <a:picLocks noChangeAspect="1"/>
          </p:cNvPicPr>
          <p:nvPr/>
        </p:nvPicPr>
        <p:blipFill rotWithShape="1">
          <a:blip r:embed="rId3"/>
          <a:stretch/>
        </p:blipFill>
        <p:spPr bwMode="auto">
          <a:xfrm>
            <a:off x="9580003" y="4934457"/>
            <a:ext cx="1508802" cy="1721152"/>
          </a:xfrm>
          <a:prstGeom prst="rect">
            <a:avLst/>
          </a:prstGeom>
        </p:spPr>
      </p:pic>
      <p:pic>
        <p:nvPicPr>
          <p:cNvPr id="1319306139" name="Image 7"/>
          <p:cNvPicPr>
            <a:picLocks noChangeAspect="1"/>
          </p:cNvPicPr>
          <p:nvPr/>
        </p:nvPicPr>
        <p:blipFill rotWithShape="1">
          <a:blip r:embed="rId4"/>
          <a:stretch/>
        </p:blipFill>
        <p:spPr bwMode="auto">
          <a:xfrm>
            <a:off x="6347440" y="3688517"/>
            <a:ext cx="3232562" cy="1252617"/>
          </a:xfrm>
          <a:prstGeom prst="rect">
            <a:avLst/>
          </a:prstGeom>
        </p:spPr>
      </p:pic>
      <p:sp>
        <p:nvSpPr>
          <p:cNvPr id="1008826939" name="Объект 2"/>
          <p:cNvSpPr txBox="1"/>
          <p:nvPr/>
        </p:nvSpPr>
        <p:spPr bwMode="auto">
          <a:xfrm>
            <a:off x="609599" y="1600201"/>
            <a:ext cx="10972800" cy="4525962"/>
          </a:xfrm>
          <a:prstGeom prst="rect">
            <a:avLst/>
          </a:prstGeom>
        </p:spPr>
        <p:txBody>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a:defRPr/>
            </a:pPr>
            <a:r>
              <a:rPr lang="en-US"/>
              <a:t>En</a:t>
            </a:r>
            <a:r>
              <a:rPr lang="en-US"/>
              <a:t> </a:t>
            </a:r>
            <a:r>
              <a:rPr lang="en-US"/>
              <a:t>terme</a:t>
            </a:r>
            <a:r>
              <a:rPr lang="en-US"/>
              <a:t> du standard</a:t>
            </a:r>
            <a:endParaRPr/>
          </a:p>
        </p:txBody>
      </p:sp>
      <p:cxnSp>
        <p:nvCxnSpPr>
          <p:cNvPr id="911409844" name="Connecteur droit 10"/>
          <p:cNvCxnSpPr>
            <a:stCxn id="324958642" idx="2"/>
            <a:endCxn id="1488244542" idx="1"/>
          </p:cNvCxnSpPr>
          <p:nvPr/>
        </p:nvCxnSpPr>
        <p:spPr bwMode="auto">
          <a:xfrm rot="5399942" flipV="1">
            <a:off x="6125124" y="1601786"/>
            <a:ext cx="1068471" cy="2878749"/>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488244542" name="Connecteur droit 11"/>
          <p:cNvCxnSpPr/>
          <p:nvPr/>
        </p:nvCxnSpPr>
        <p:spPr bwMode="auto">
          <a:xfrm rot="5399942" flipV="1">
            <a:off x="7511583" y="2988245"/>
            <a:ext cx="1174303" cy="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318234895" name="Connecteur droit 12"/>
          <p:cNvCxnSpPr/>
          <p:nvPr/>
        </p:nvCxnSpPr>
        <p:spPr bwMode="auto">
          <a:xfrm flipV="1">
            <a:off x="8892128" y="3956397"/>
            <a:ext cx="1375748" cy="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705829753" name="Connecteur droit 13"/>
          <p:cNvCxnSpPr/>
          <p:nvPr/>
        </p:nvCxnSpPr>
        <p:spPr bwMode="auto">
          <a:xfrm rot="5399942" flipV="1">
            <a:off x="10685918" y="4459550"/>
            <a:ext cx="666748" cy="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557054115" name="Connecteur en angle 14"/>
          <p:cNvCxnSpPr>
            <a:stCxn id="1691889674" idx="1"/>
          </p:cNvCxnSpPr>
          <p:nvPr/>
        </p:nvCxnSpPr>
        <p:spPr bwMode="auto">
          <a:xfrm rot="10799954" flipV="1">
            <a:off x="5219987" y="3956397"/>
            <a:ext cx="2180247" cy="540279"/>
          </a:xfrm>
          <a:prstGeom prst="bentConnector3">
            <a:avLst>
              <a:gd name="adj1" fmla="val 99999"/>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sp>
        <p:nvSpPr>
          <p:cNvPr id="324958642" name="Rectangle 15"/>
          <p:cNvSpPr/>
          <p:nvPr/>
        </p:nvSpPr>
        <p:spPr bwMode="auto">
          <a:xfrm>
            <a:off x="4468568" y="1744925"/>
            <a:ext cx="1502832" cy="761998"/>
          </a:xfrm>
          <a:prstGeom prst="rect">
            <a:avLst/>
          </a:prstGeom>
          <a:solidFill>
            <a:schemeClr val="bg1"/>
          </a:solidFill>
          <a:ln w="28575" cap="flat" cmpd="sng" algn="ctr">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a:solidFill>
                  <a:schemeClr val="tx1"/>
                </a:solidFill>
              </a:rPr>
              <a:t>Sensor</a:t>
            </a:r>
            <a:endParaRPr/>
          </a:p>
        </p:txBody>
      </p:sp>
      <p:sp>
        <p:nvSpPr>
          <p:cNvPr id="1691889674" name="Rectangle 16"/>
          <p:cNvSpPr/>
          <p:nvPr/>
        </p:nvSpPr>
        <p:spPr bwMode="auto">
          <a:xfrm>
            <a:off x="7400236" y="3575396"/>
            <a:ext cx="1502832" cy="761998"/>
          </a:xfrm>
          <a:prstGeom prst="rect">
            <a:avLst/>
          </a:prstGeom>
          <a:solidFill>
            <a:schemeClr val="bg1"/>
          </a:solidFill>
          <a:ln w="38099" cap="flat" cmpd="sng" algn="ctr">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a:solidFill>
                  <a:schemeClr val="tx1"/>
                </a:solidFill>
              </a:rPr>
              <a:t>DataStream</a:t>
            </a:r>
            <a:endParaRPr/>
          </a:p>
        </p:txBody>
      </p:sp>
      <p:sp>
        <p:nvSpPr>
          <p:cNvPr id="1310762790" name="Rectangle 17"/>
          <p:cNvSpPr/>
          <p:nvPr/>
        </p:nvSpPr>
        <p:spPr bwMode="auto">
          <a:xfrm>
            <a:off x="10278818" y="3575396"/>
            <a:ext cx="1502832" cy="761998"/>
          </a:xfrm>
          <a:prstGeom prst="rect">
            <a:avLst/>
          </a:prstGeom>
          <a:solidFill>
            <a:schemeClr val="bg1"/>
          </a:solidFill>
          <a:ln w="38099" cap="flat" cmpd="sng" algn="ctr">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defRPr/>
            </a:pPr>
            <a:r>
              <a:rPr>
                <a:solidFill>
                  <a:schemeClr val="tx1"/>
                </a:solidFill>
              </a:rPr>
              <a:t>Observation</a:t>
            </a:r>
            <a:endParaRPr/>
          </a:p>
        </p:txBody>
      </p:sp>
      <p:sp>
        <p:nvSpPr>
          <p:cNvPr id="593310713" name="Rectangle 18"/>
          <p:cNvSpPr/>
          <p:nvPr/>
        </p:nvSpPr>
        <p:spPr bwMode="auto">
          <a:xfrm>
            <a:off x="4447444" y="4496678"/>
            <a:ext cx="1502832" cy="444415"/>
          </a:xfrm>
          <a:prstGeom prst="rect">
            <a:avLst/>
          </a:prstGeom>
          <a:solidFill>
            <a:schemeClr val="bg1"/>
          </a:solidFill>
          <a:ln w="38099" cap="flat" cmpd="sng" algn="ctr">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lang="fr-FR" sz="1800" b="0" i="0" u="none" strike="noStrike" cap="none" spc="0">
                <a:solidFill>
                  <a:schemeClr val="tx1"/>
                </a:solidFill>
                <a:latin typeface="+mn-lt"/>
                <a:ea typeface="+mn-ea"/>
                <a:cs typeface="+mn-cs"/>
              </a:rPr>
              <a:t>Thing</a:t>
            </a:r>
            <a:endParaRPr>
              <a:solidFill>
                <a:schemeClr val="tx1"/>
              </a:solidFill>
            </a:endParaRPr>
          </a:p>
        </p:txBody>
      </p:sp>
      <p:pic>
        <p:nvPicPr>
          <p:cNvPr id="907216923" name="Image 19"/>
          <p:cNvPicPr>
            <a:picLocks noChangeAspect="1"/>
          </p:cNvPicPr>
          <p:nvPr/>
        </p:nvPicPr>
        <p:blipFill rotWithShape="1">
          <a:blip r:embed="rId5"/>
          <a:srcRect l="25649" t="0" r="25498" b="0"/>
          <a:stretch/>
        </p:blipFill>
        <p:spPr bwMode="auto">
          <a:xfrm>
            <a:off x="6004474" y="1402026"/>
            <a:ext cx="568854" cy="1164431"/>
          </a:xfrm>
          <a:prstGeom prst="rect">
            <a:avLst/>
          </a:prstGeom>
        </p:spPr>
      </p:pic>
      <p:pic>
        <p:nvPicPr>
          <p:cNvPr id="1033167548" name="Image 20"/>
          <p:cNvPicPr>
            <a:picLocks noChangeAspect="1"/>
          </p:cNvPicPr>
          <p:nvPr/>
        </p:nvPicPr>
        <p:blipFill rotWithShape="1">
          <a:blip r:embed="rId6"/>
          <a:stretch/>
        </p:blipFill>
        <p:spPr bwMode="auto">
          <a:xfrm>
            <a:off x="8962516" y="1505657"/>
            <a:ext cx="1389982" cy="926655"/>
          </a:xfrm>
          <a:prstGeom prst="rect">
            <a:avLst/>
          </a:prstGeom>
        </p:spPr>
      </p:pic>
      <p:pic>
        <p:nvPicPr>
          <p:cNvPr id="1061260568" name="Image 21"/>
          <p:cNvPicPr>
            <a:picLocks noChangeAspect="1"/>
          </p:cNvPicPr>
          <p:nvPr/>
        </p:nvPicPr>
        <p:blipFill rotWithShape="1">
          <a:blip r:embed="rId7"/>
          <a:srcRect l="17909" t="0" r="34681" b="0"/>
          <a:stretch/>
        </p:blipFill>
        <p:spPr bwMode="auto">
          <a:xfrm>
            <a:off x="3321197" y="3790815"/>
            <a:ext cx="1045104" cy="2004218"/>
          </a:xfrm>
          <a:prstGeom prst="rect">
            <a:avLst/>
          </a:prstGeom>
        </p:spPr>
      </p:pic>
      <p:sp>
        <p:nvSpPr>
          <p:cNvPr id="2093807642" name="Rectangle 22"/>
          <p:cNvSpPr/>
          <p:nvPr/>
        </p:nvSpPr>
        <p:spPr bwMode="auto">
          <a:xfrm>
            <a:off x="10068071" y="2996406"/>
            <a:ext cx="1871926" cy="365795"/>
          </a:xfrm>
          <a:prstGeom prst="rect">
            <a:avLst/>
          </a:prstGeom>
          <a:noFill/>
        </p:spPr>
        <p:txBody>
          <a:bodyPr vertOverflow="overflow" horzOverflow="clip" vert="horz" wrap="square" lIns="91440" tIns="45720" rIns="91440" bIns="45720" numCol="1" spcCol="0" rtlCol="0" fromWordArt="0" anchor="t" anchorCtr="0" forceAA="0" compatLnSpc="0">
            <a:spAutoFit/>
          </a:bodyPr>
          <a:lstStyle/>
          <a:p>
            <a:pPr>
              <a:defRPr/>
            </a:pPr>
            <a:endParaRPr/>
          </a:p>
        </p:txBody>
      </p:sp>
      <p:graphicFrame>
        <p:nvGraphicFramePr>
          <p:cNvPr id="1047447084" name="Tableau 23"/>
          <p:cNvGraphicFramePr>
            <a:graphicFrameLocks xmlns:a="http://schemas.openxmlformats.org/drawingml/2006/main"/>
          </p:cNvGraphicFramePr>
          <p:nvPr/>
        </p:nvGraphicFramePr>
        <p:xfrm rot="0">
          <a:off x="9657508" y="3139877"/>
          <a:ext cx="2577260" cy="548640"/>
        </p:xfrm>
        <a:graphic>
          <a:graphicData uri="http://schemas.openxmlformats.org/drawingml/2006/table">
            <a:tbl>
              <a:tblPr firstRow="1" firstCol="1" lastRow="0" lastCol="0" bandRow="1" bandCol="0"/>
              <a:tblGrid>
                <a:gridCol w="25400"/>
                <a:gridCol w="2551860"/>
              </a:tblGrid>
              <a:tr h="352351">
                <a:tc>
                  <a:txBody>
                    <a:bodyPr/>
                    <a:p>
                      <a:pPr>
                        <a:defRPr/>
                      </a:pPr>
                      <a:br>
                        <a:rPr/>
                      </a:br>
                      <a:endParaRPr/>
                    </a:p>
                  </a:txBody>
                  <a:tcPr marL="0" marR="0" marT="0" marB="0" anchor="ctr">
                    <a:lnL w="12700" algn="ctr">
                      <a:noFill/>
                    </a:lnL>
                    <a:lnR w="12700" algn="ctr">
                      <a:noFill/>
                    </a:lnR>
                    <a:lnT w="12700" algn="ctr">
                      <a:noFill/>
                    </a:lnT>
                    <a:lnB w="12700" algn="ctr">
                      <a:noFill/>
                    </a:lnB>
                  </a:tcPr>
                </a:tc>
                <a:tc>
                  <a:txBody>
                    <a:bodyPr/>
                    <a:p>
                      <a:pPr>
                        <a:defRPr/>
                      </a:pPr>
                      <a:r>
                        <a:rPr sz="1200" b="0" i="1" u="none">
                          <a:solidFill>
                            <a:srgbClr val="0000FF"/>
                          </a:solidFill>
                          <a:latin typeface="Times New Roman"/>
                          <a:ea typeface="Times New Roman"/>
                          <a:cs typeface="Times New Roman"/>
                        </a:rPr>
                        <a:t>"2021-05-07T09:50:00.000Z":"16.79 </a:t>
                      </a:r>
                      <a:endParaRPr/>
                    </a:p>
                  </a:txBody>
                  <a:tcPr marL="0" marR="0" marT="0" marB="0" anchor="ctr">
                    <a:lnL w="12700" algn="ctr">
                      <a:noFill/>
                    </a:lnL>
                    <a:lnR w="12700" algn="ctr">
                      <a:noFill/>
                    </a:lnR>
                    <a:lnT w="12700" algn="ctr">
                      <a:noFill/>
                    </a:lnT>
                    <a:lnB w="12700" algn="ctr">
                      <a:noFill/>
                    </a:lnB>
                  </a:tcPr>
                </a:tc>
              </a:tr>
            </a:tbl>
          </a:graphicData>
        </a:graphic>
      </p:graphicFrame>
      <p:sp>
        <p:nvSpPr>
          <p:cNvPr id="1869106763" name="Rectangle 24"/>
          <p:cNvSpPr/>
          <p:nvPr/>
        </p:nvSpPr>
        <p:spPr bwMode="auto">
          <a:xfrm>
            <a:off x="8077170" y="5277198"/>
            <a:ext cx="1502831" cy="444414"/>
          </a:xfrm>
          <a:prstGeom prst="rect">
            <a:avLst/>
          </a:prstGeom>
          <a:solidFill>
            <a:schemeClr val="bg1"/>
          </a:solidFill>
          <a:ln w="38099" cap="flat" cmpd="sng" algn="ctr">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lang="fr-FR" sz="1800" b="0" i="0" u="none" strike="noStrike" cap="none" spc="0">
                <a:solidFill>
                  <a:schemeClr val="tx1"/>
                </a:solidFill>
                <a:latin typeface="+mn-lt"/>
                <a:ea typeface="+mn-ea"/>
                <a:cs typeface="+mn-cs"/>
              </a:rPr>
              <a:t>Location</a:t>
            </a:r>
            <a:endParaRPr>
              <a:solidFill>
                <a:schemeClr val="tx1"/>
              </a:solidFill>
            </a:endParaRPr>
          </a:p>
        </p:txBody>
      </p:sp>
      <p:sp>
        <p:nvSpPr>
          <p:cNvPr id="1640664581" name="Rectangle 25"/>
          <p:cNvSpPr/>
          <p:nvPr/>
        </p:nvSpPr>
        <p:spPr bwMode="auto">
          <a:xfrm>
            <a:off x="4917737" y="5795033"/>
            <a:ext cx="2107327" cy="444414"/>
          </a:xfrm>
          <a:prstGeom prst="rect">
            <a:avLst/>
          </a:prstGeom>
          <a:solidFill>
            <a:schemeClr val="bg1"/>
          </a:solidFill>
          <a:ln w="38099" cap="flat" cmpd="sng" algn="ctr">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lang="fr-FR" sz="1800" b="0" i="0" u="none" strike="noStrike" cap="none" spc="0">
                <a:solidFill>
                  <a:schemeClr val="tx1"/>
                </a:solidFill>
                <a:latin typeface="+mn-lt"/>
                <a:ea typeface="+mn-ea"/>
                <a:cs typeface="+mn-cs"/>
              </a:rPr>
              <a:t>HistoricalLocation</a:t>
            </a:r>
            <a:endParaRPr>
              <a:solidFill>
                <a:schemeClr val="tx1"/>
              </a:solidFill>
            </a:endParaRPr>
          </a:p>
        </p:txBody>
      </p:sp>
      <p:cxnSp>
        <p:nvCxnSpPr>
          <p:cNvPr id="262584639" name="Connecteur droit 26"/>
          <p:cNvCxnSpPr>
            <a:stCxn id="593310713" idx="2"/>
            <a:endCxn id="1640664581" idx="0"/>
          </p:cNvCxnSpPr>
          <p:nvPr/>
        </p:nvCxnSpPr>
        <p:spPr bwMode="auto">
          <a:xfrm rot="5399976" flipV="1">
            <a:off x="5158161" y="4981793"/>
            <a:ext cx="853940" cy="77254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566641368" name="Connecteur droit 27"/>
          <p:cNvCxnSpPr>
            <a:endCxn id="1869106763" idx="1"/>
          </p:cNvCxnSpPr>
          <p:nvPr/>
        </p:nvCxnSpPr>
        <p:spPr bwMode="auto">
          <a:xfrm>
            <a:off x="5193726" y="4944399"/>
            <a:ext cx="2883444" cy="555006"/>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57407724" name="Connecteur droit 28"/>
          <p:cNvCxnSpPr>
            <a:stCxn id="262584639" idx="1"/>
          </p:cNvCxnSpPr>
          <p:nvPr/>
        </p:nvCxnSpPr>
        <p:spPr bwMode="auto">
          <a:xfrm flipV="1">
            <a:off x="5971401" y="5499405"/>
            <a:ext cx="2105769" cy="295628"/>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sp>
        <p:nvSpPr>
          <p:cNvPr id="1751171125" name="Rectangle 31"/>
          <p:cNvSpPr/>
          <p:nvPr/>
        </p:nvSpPr>
        <p:spPr bwMode="auto">
          <a:xfrm>
            <a:off x="10267877" y="4814133"/>
            <a:ext cx="1502832" cy="761998"/>
          </a:xfrm>
          <a:prstGeom prst="rect">
            <a:avLst/>
          </a:prstGeom>
          <a:solidFill>
            <a:schemeClr val="bg1"/>
          </a:solidFill>
          <a:ln w="38099" cap="flat" cmpd="sng" algn="ctr">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a:solidFill>
                  <a:schemeClr val="tx1"/>
                </a:solidFill>
              </a:rPr>
              <a:t>Feature</a:t>
            </a:r>
            <a:endParaRPr/>
          </a:p>
          <a:p>
            <a:pPr algn="ctr">
              <a:defRPr/>
            </a:pPr>
            <a:r>
              <a:rPr>
                <a:solidFill>
                  <a:schemeClr val="tx1"/>
                </a:solidFill>
              </a:rPr>
              <a:t>of interest</a:t>
            </a:r>
            <a:endParaRPr/>
          </a:p>
        </p:txBody>
      </p:sp>
      <p:sp>
        <p:nvSpPr>
          <p:cNvPr id="1745905194" name="Rectangle 32"/>
          <p:cNvSpPr/>
          <p:nvPr/>
        </p:nvSpPr>
        <p:spPr bwMode="auto">
          <a:xfrm>
            <a:off x="7400235" y="1670314"/>
            <a:ext cx="1502832" cy="761998"/>
          </a:xfrm>
          <a:prstGeom prst="rect">
            <a:avLst/>
          </a:prstGeom>
          <a:solidFill>
            <a:schemeClr val="bg1"/>
          </a:solidFill>
          <a:ln w="38099" cap="flat" cmpd="sng" algn="ctr">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a:solidFill>
                  <a:schemeClr val="tx1"/>
                </a:solidFill>
              </a:rPr>
              <a:t>Observed</a:t>
            </a:r>
            <a:endParaRPr/>
          </a:p>
          <a:p>
            <a:pPr algn="ctr">
              <a:defRPr/>
            </a:pPr>
            <a:r>
              <a:rPr>
                <a:solidFill>
                  <a:schemeClr val="tx1"/>
                </a:solidFill>
              </a:rPr>
              <a:t>property</a:t>
            </a:r>
            <a:endParaRPr/>
          </a:p>
        </p:txBody>
      </p:sp>
      <p:sp>
        <p:nvSpPr>
          <p:cNvPr id="1683731517" name="Rectangle 37"/>
          <p:cNvSpPr/>
          <p:nvPr/>
        </p:nvSpPr>
        <p:spPr bwMode="auto">
          <a:xfrm>
            <a:off x="4390716" y="2499764"/>
            <a:ext cx="2935939" cy="378039"/>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sz="1600">
                <a:solidFill>
                  <a:schemeClr val="accent6">
                    <a:lumMod val="75000"/>
                  </a:schemeClr>
                </a:solidFill>
              </a:rPr>
              <a:t>Sensor type</a:t>
            </a:r>
            <a:r>
              <a:rPr lang="fr-FR" sz="1600">
                <a:solidFill>
                  <a:schemeClr val="accent6">
                    <a:lumMod val="75000"/>
                  </a:schemeClr>
                </a:solidFill>
              </a:rPr>
              <a:t> </a:t>
            </a:r>
            <a:r>
              <a:rPr sz="1600">
                <a:solidFill>
                  <a:schemeClr val="accent6">
                    <a:lumMod val="75000"/>
                  </a:schemeClr>
                </a:solidFill>
              </a:rPr>
              <a:t>= </a:t>
            </a:r>
            <a:r>
              <a:rPr lang="fr-FR" sz="1600">
                <a:solidFill>
                  <a:schemeClr val="accent6">
                    <a:lumMod val="75000"/>
                  </a:schemeClr>
                </a:solidFill>
              </a:rPr>
              <a:t>Pluviomètre </a:t>
            </a:r>
            <a:endParaRPr sz="1600">
              <a:solidFill>
                <a:schemeClr val="accent6">
                  <a:lumMod val="75000"/>
                </a:schemeClr>
              </a:solidFill>
            </a:endParaRPr>
          </a:p>
        </p:txBody>
      </p:sp>
      <p:sp>
        <p:nvSpPr>
          <p:cNvPr id="1186921179" name="Rectangle 38"/>
          <p:cNvSpPr/>
          <p:nvPr/>
        </p:nvSpPr>
        <p:spPr bwMode="auto">
          <a:xfrm>
            <a:off x="6269933" y="4911830"/>
            <a:ext cx="3640344" cy="458985"/>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a:solidFill>
                  <a:schemeClr val="accent6">
                    <a:lumMod val="75000"/>
                  </a:schemeClr>
                </a:solidFill>
              </a:rPr>
              <a:t>séries chronologiques des précipitations </a:t>
            </a:r>
            <a:endParaRPr/>
          </a:p>
        </p:txBody>
      </p:sp>
      <p:sp>
        <p:nvSpPr>
          <p:cNvPr id="1251911382" name="Rectangle 39"/>
          <p:cNvSpPr/>
          <p:nvPr/>
        </p:nvSpPr>
        <p:spPr bwMode="auto">
          <a:xfrm>
            <a:off x="8908743" y="2401093"/>
            <a:ext cx="2457531" cy="458984"/>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a:solidFill>
                  <a:schemeClr val="accent6">
                    <a:lumMod val="75000"/>
                  </a:schemeClr>
                </a:solidFill>
              </a:rPr>
              <a:t>quantité de précipitations</a:t>
            </a:r>
            <a:endParaRPr/>
          </a:p>
        </p:txBody>
      </p:sp>
      <p:sp>
        <p:nvSpPr>
          <p:cNvPr id="577105930" name="Rectangle 40"/>
          <p:cNvSpPr/>
          <p:nvPr/>
        </p:nvSpPr>
        <p:spPr bwMode="auto">
          <a:xfrm>
            <a:off x="7973226" y="6563822"/>
            <a:ext cx="3825336" cy="327167"/>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a:solidFill>
                  <a:schemeClr val="accent6">
                    <a:lumMod val="75000"/>
                  </a:schemeClr>
                </a:solidFill>
              </a:rPr>
              <a:t>Zone représentative autour de la station </a:t>
            </a:r>
            <a:endParaRPr sz="1600">
              <a:solidFill>
                <a:schemeClr val="accent6">
                  <a:lumMod val="75000"/>
                </a:schemeClr>
              </a:solidFill>
            </a:endParaRPr>
          </a:p>
        </p:txBody>
      </p:sp>
      <p:sp>
        <p:nvSpPr>
          <p:cNvPr id="1852440143" name="Rectangle 41"/>
          <p:cNvSpPr/>
          <p:nvPr/>
        </p:nvSpPr>
        <p:spPr bwMode="auto">
          <a:xfrm>
            <a:off x="2580863" y="3292944"/>
            <a:ext cx="4064933" cy="357066"/>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a:solidFill>
                  <a:schemeClr val="accent6">
                    <a:lumMod val="75000"/>
                  </a:schemeClr>
                </a:solidFill>
              </a:rPr>
              <a:t>Sensor</a:t>
            </a:r>
            <a:r>
              <a:rPr lang="fr-FR" sz="1600">
                <a:solidFill>
                  <a:schemeClr val="accent6">
                    <a:lumMod val="75000"/>
                  </a:schemeClr>
                </a:solidFill>
              </a:rPr>
              <a:t> </a:t>
            </a:r>
            <a:r>
              <a:rPr lang="fr-FR" sz="1600">
                <a:solidFill>
                  <a:schemeClr val="accent6">
                    <a:lumMod val="75000"/>
                  </a:schemeClr>
                </a:solidFill>
              </a:rPr>
              <a:t>intance</a:t>
            </a:r>
            <a:r>
              <a:rPr lang="fr-FR" sz="1600">
                <a:solidFill>
                  <a:schemeClr val="accent6">
                    <a:lumMod val="75000"/>
                  </a:schemeClr>
                </a:solidFill>
              </a:rPr>
              <a:t> </a:t>
            </a:r>
            <a:r>
              <a:rPr sz="1600">
                <a:solidFill>
                  <a:schemeClr val="accent6">
                    <a:lumMod val="75000"/>
                  </a:schemeClr>
                </a:solidFill>
              </a:rPr>
              <a:t>= </a:t>
            </a:r>
            <a:r>
              <a:rPr lang="fr-FR" sz="1600">
                <a:solidFill>
                  <a:schemeClr val="accent6">
                    <a:lumMod val="75000"/>
                  </a:schemeClr>
                </a:solidFill>
              </a:rPr>
              <a:t>Station </a:t>
            </a:r>
            <a:r>
              <a:rPr sz="1600">
                <a:solidFill>
                  <a:schemeClr val="accent6">
                    <a:lumMod val="75000"/>
                  </a:schemeClr>
                </a:solidFill>
              </a:rPr>
              <a:t>meteo</a:t>
            </a:r>
            <a:r>
              <a:rPr sz="1600">
                <a:solidFill>
                  <a:schemeClr val="accent6">
                    <a:lumMod val="75000"/>
                  </a:schemeClr>
                </a:solidFill>
              </a:rPr>
              <a:t> </a:t>
            </a:r>
            <a:r>
              <a:rPr lang="fr-FR" sz="1600">
                <a:solidFill>
                  <a:schemeClr val="accent6">
                    <a:lumMod val="75000"/>
                  </a:schemeClr>
                </a:solidFill>
              </a:rPr>
              <a:t>de Rennes</a:t>
            </a:r>
            <a:endParaRPr lang="fr-FR" sz="1800" b="0" i="0" u="none" strike="noStrike" cap="none" spc="0">
              <a:solidFill>
                <a:schemeClr val="accent1"/>
              </a:solidFill>
              <a:latin typeface="+mn-lt"/>
              <a:ea typeface="+mn-lt"/>
              <a:cs typeface="+mn-lt"/>
            </a:endParaRPr>
          </a:p>
        </p:txBody>
      </p:sp>
      <p:sp>
        <p:nvSpPr>
          <p:cNvPr id="242664970" name="Заголовок 1"/>
          <p:cNvSpPr txBox="1"/>
          <p:nvPr/>
        </p:nvSpPr>
        <p:spPr bwMode="auto">
          <a:xfrm>
            <a:off x="609599" y="274638"/>
            <a:ext cx="10972800" cy="1143000"/>
          </a:xfrm>
          <a:prstGeom prst="rect">
            <a:avLst/>
          </a:prstGeom>
        </p:spPr>
        <p:txBody>
          <a:bodyPr/>
          <a:lstStyle>
            <a:lvl1pPr algn="l" defTabSz="914400" rtl="0">
              <a:lnSpc>
                <a:spcPct val="90000"/>
              </a:lnSpc>
              <a:spcBef>
                <a:spcPts val="0"/>
              </a:spcBef>
              <a:buNone/>
              <a:defRPr sz="4400">
                <a:solidFill>
                  <a:schemeClr val="tx1"/>
                </a:solidFill>
                <a:latin typeface="+mj-lt"/>
                <a:ea typeface="+mj-ea"/>
                <a:cs typeface="+mj-cs"/>
              </a:defRPr>
            </a:lvl1pPr>
          </a:lstStyle>
          <a:p>
            <a:pPr>
              <a:defRPr/>
            </a:pPr>
            <a:r>
              <a:rPr lang="fr-FR"/>
              <a:t>Utilisation de l’API </a:t>
            </a:r>
            <a:r>
              <a:rPr lang="fr-FR"/>
              <a:t>SensorThings</a:t>
            </a:r>
            <a:endParaRPr lang="fr-F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6589225" name="Rectangle 6"/>
          <p:cNvSpPr/>
          <p:nvPr/>
        </p:nvSpPr>
        <p:spPr bwMode="auto">
          <a:xfrm>
            <a:off x="550505" y="443584"/>
            <a:ext cx="10851503" cy="6059853"/>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55824690" name="Rectangle: Rounded Corners 19"/>
          <p:cNvSpPr/>
          <p:nvPr/>
        </p:nvSpPr>
        <p:spPr bwMode="auto">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96420744" name="TextBox 20"/>
          <p:cNvSpPr txBox="1"/>
          <p:nvPr/>
        </p:nvSpPr>
        <p:spPr bwMode="auto">
          <a:xfrm>
            <a:off x="99149" y="74252"/>
            <a:ext cx="5597769" cy="369332"/>
          </a:xfrm>
          <a:prstGeom prst="rect">
            <a:avLst/>
          </a:prstGeom>
          <a:noFill/>
        </p:spPr>
        <p:txBody>
          <a:bodyPr wrap="square" rtlCol="0">
            <a:spAutoFit/>
          </a:bodyPr>
          <a:lstStyle/>
          <a:p>
            <a:pPr algn="ctr">
              <a:defRPr/>
            </a:pPr>
            <a:r>
              <a:rPr lang="fr-FR" b="1">
                <a:solidFill>
                  <a:schemeClr val="bg1"/>
                </a:solidFill>
                <a:cs typeface="Arial"/>
              </a:rPr>
              <a:t>Things</a:t>
            </a:r>
            <a:endParaRPr lang="ko-KR" b="1">
              <a:solidFill>
                <a:schemeClr val="bg1"/>
              </a:solidFill>
              <a:cs typeface="Arial"/>
            </a:endParaRPr>
          </a:p>
        </p:txBody>
      </p:sp>
      <p:pic>
        <p:nvPicPr>
          <p:cNvPr id="801359672" name="Image 3"/>
          <p:cNvPicPr>
            <a:picLocks noChangeAspect="1"/>
          </p:cNvPicPr>
          <p:nvPr/>
        </p:nvPicPr>
        <p:blipFill rotWithShape="1">
          <a:blip r:embed="rId3"/>
          <a:stretch/>
        </p:blipFill>
        <p:spPr bwMode="auto">
          <a:xfrm>
            <a:off x="940698" y="812916"/>
            <a:ext cx="10048875" cy="53244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5655431" name="Rectangle 6"/>
          <p:cNvSpPr/>
          <p:nvPr/>
        </p:nvSpPr>
        <p:spPr bwMode="auto">
          <a:xfrm>
            <a:off x="550506" y="443584"/>
            <a:ext cx="10217022" cy="6339771"/>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52044421" name="Rectangle: Rounded Corners 19"/>
          <p:cNvSpPr/>
          <p:nvPr/>
        </p:nvSpPr>
        <p:spPr bwMode="auto">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95052849" name="TextBox 20"/>
          <p:cNvSpPr txBox="1"/>
          <p:nvPr/>
        </p:nvSpPr>
        <p:spPr bwMode="auto">
          <a:xfrm>
            <a:off x="99149" y="74252"/>
            <a:ext cx="5597769" cy="369332"/>
          </a:xfrm>
          <a:prstGeom prst="rect">
            <a:avLst/>
          </a:prstGeom>
          <a:noFill/>
        </p:spPr>
        <p:txBody>
          <a:bodyPr wrap="square" rtlCol="0">
            <a:spAutoFit/>
          </a:bodyPr>
          <a:lstStyle/>
          <a:p>
            <a:pPr algn="ctr">
              <a:defRPr/>
            </a:pPr>
            <a:r>
              <a:rPr lang="fr-FR" b="1">
                <a:solidFill>
                  <a:schemeClr val="bg1"/>
                </a:solidFill>
                <a:cs typeface="Arial"/>
              </a:rPr>
              <a:t>Locations</a:t>
            </a:r>
            <a:endParaRPr lang="ko-KR" b="1">
              <a:solidFill>
                <a:schemeClr val="bg1"/>
              </a:solidFill>
              <a:cs typeface="Arial"/>
            </a:endParaRPr>
          </a:p>
        </p:txBody>
      </p:sp>
      <p:pic>
        <p:nvPicPr>
          <p:cNvPr id="1276598285" name="Image 13"/>
          <p:cNvPicPr>
            <a:picLocks noChangeAspect="1"/>
          </p:cNvPicPr>
          <p:nvPr/>
        </p:nvPicPr>
        <p:blipFill rotWithShape="1">
          <a:blip r:embed="rId3"/>
          <a:stretch/>
        </p:blipFill>
        <p:spPr bwMode="auto">
          <a:xfrm>
            <a:off x="905843" y="3772483"/>
            <a:ext cx="9610725" cy="2914650"/>
          </a:xfrm>
          <a:prstGeom prst="rect">
            <a:avLst/>
          </a:prstGeom>
        </p:spPr>
      </p:pic>
      <p:pic>
        <p:nvPicPr>
          <p:cNvPr id="2066033928" name="Image 14"/>
          <p:cNvPicPr>
            <a:picLocks noChangeAspect="1"/>
          </p:cNvPicPr>
          <p:nvPr/>
        </p:nvPicPr>
        <p:blipFill rotWithShape="1">
          <a:blip r:embed="rId4"/>
          <a:stretch/>
        </p:blipFill>
        <p:spPr bwMode="auto">
          <a:xfrm>
            <a:off x="891555" y="697324"/>
            <a:ext cx="9610725" cy="29146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2203435" name="Rectangle 6"/>
          <p:cNvSpPr/>
          <p:nvPr/>
        </p:nvSpPr>
        <p:spPr bwMode="auto">
          <a:xfrm>
            <a:off x="550506" y="443584"/>
            <a:ext cx="10217022" cy="5117461"/>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19826767" name="Rectangle: Rounded Corners 19"/>
          <p:cNvSpPr/>
          <p:nvPr/>
        </p:nvSpPr>
        <p:spPr bwMode="auto">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87914199" name="TextBox 20"/>
          <p:cNvSpPr txBox="1"/>
          <p:nvPr/>
        </p:nvSpPr>
        <p:spPr bwMode="auto">
          <a:xfrm>
            <a:off x="99149" y="74252"/>
            <a:ext cx="5597769" cy="369332"/>
          </a:xfrm>
          <a:prstGeom prst="rect">
            <a:avLst/>
          </a:prstGeom>
          <a:noFill/>
        </p:spPr>
        <p:txBody>
          <a:bodyPr wrap="square" rtlCol="0">
            <a:spAutoFit/>
          </a:bodyPr>
          <a:lstStyle/>
          <a:p>
            <a:pPr algn="ctr">
              <a:defRPr/>
            </a:pPr>
            <a:r>
              <a:rPr lang="fr-FR" b="1">
                <a:solidFill>
                  <a:schemeClr val="bg1"/>
                </a:solidFill>
                <a:cs typeface="Arial"/>
              </a:rPr>
              <a:t>Observed</a:t>
            </a:r>
            <a:r>
              <a:rPr lang="fr-FR" b="1">
                <a:solidFill>
                  <a:schemeClr val="bg1"/>
                </a:solidFill>
                <a:cs typeface="Arial"/>
              </a:rPr>
              <a:t> </a:t>
            </a:r>
            <a:r>
              <a:rPr lang="fr-FR" b="1">
                <a:solidFill>
                  <a:schemeClr val="bg1"/>
                </a:solidFill>
                <a:cs typeface="Arial"/>
              </a:rPr>
              <a:t>properties</a:t>
            </a:r>
            <a:endParaRPr lang="ko-KR" b="1">
              <a:solidFill>
                <a:schemeClr val="bg1"/>
              </a:solidFill>
              <a:cs typeface="Arial"/>
            </a:endParaRPr>
          </a:p>
        </p:txBody>
      </p:sp>
      <p:pic>
        <p:nvPicPr>
          <p:cNvPr id="970460358" name="Image 7"/>
          <p:cNvPicPr>
            <a:picLocks noChangeAspect="1"/>
          </p:cNvPicPr>
          <p:nvPr/>
        </p:nvPicPr>
        <p:blipFill rotWithShape="1">
          <a:blip r:embed="rId3"/>
          <a:stretch/>
        </p:blipFill>
        <p:spPr bwMode="auto">
          <a:xfrm>
            <a:off x="674816" y="871246"/>
            <a:ext cx="9610725" cy="1943100"/>
          </a:xfrm>
          <a:prstGeom prst="rect">
            <a:avLst/>
          </a:prstGeom>
        </p:spPr>
      </p:pic>
      <p:pic>
        <p:nvPicPr>
          <p:cNvPr id="1238342477" name="Image 13"/>
          <p:cNvPicPr>
            <a:picLocks noChangeAspect="1"/>
          </p:cNvPicPr>
          <p:nvPr/>
        </p:nvPicPr>
        <p:blipFill rotWithShape="1">
          <a:blip r:embed="rId4"/>
          <a:stretch/>
        </p:blipFill>
        <p:spPr bwMode="auto">
          <a:xfrm>
            <a:off x="674816" y="3340844"/>
            <a:ext cx="9829800" cy="17811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7593787" name="Rectangle 7"/>
          <p:cNvSpPr/>
          <p:nvPr/>
        </p:nvSpPr>
        <p:spPr bwMode="auto">
          <a:xfrm>
            <a:off x="550506" y="443584"/>
            <a:ext cx="10189030" cy="6171820"/>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87204585" name="Rectangle: Rounded Corners 19"/>
          <p:cNvSpPr/>
          <p:nvPr/>
        </p:nvSpPr>
        <p:spPr bwMode="auto">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38438112" name="TextBox 20"/>
          <p:cNvSpPr txBox="1"/>
          <p:nvPr/>
        </p:nvSpPr>
        <p:spPr bwMode="auto">
          <a:xfrm>
            <a:off x="99149" y="74252"/>
            <a:ext cx="5597769" cy="369332"/>
          </a:xfrm>
          <a:prstGeom prst="rect">
            <a:avLst/>
          </a:prstGeom>
          <a:noFill/>
        </p:spPr>
        <p:txBody>
          <a:bodyPr wrap="square" rtlCol="0">
            <a:spAutoFit/>
          </a:bodyPr>
          <a:lstStyle/>
          <a:p>
            <a:pPr algn="ctr">
              <a:defRPr/>
            </a:pPr>
            <a:r>
              <a:rPr lang="fr-FR" b="1">
                <a:solidFill>
                  <a:schemeClr val="bg1"/>
                </a:solidFill>
                <a:cs typeface="Arial"/>
              </a:rPr>
              <a:t>Sensor</a:t>
            </a:r>
            <a:endParaRPr lang="ko-KR" b="1">
              <a:solidFill>
                <a:schemeClr val="bg1"/>
              </a:solidFill>
              <a:cs typeface="Arial"/>
            </a:endParaRPr>
          </a:p>
        </p:txBody>
      </p:sp>
      <p:pic>
        <p:nvPicPr>
          <p:cNvPr id="190170430" name="Image 2"/>
          <p:cNvPicPr>
            <a:picLocks noChangeAspect="1"/>
          </p:cNvPicPr>
          <p:nvPr/>
        </p:nvPicPr>
        <p:blipFill rotWithShape="1">
          <a:blip r:embed="rId3"/>
          <a:stretch/>
        </p:blipFill>
        <p:spPr bwMode="auto">
          <a:xfrm>
            <a:off x="758791" y="1038906"/>
            <a:ext cx="9610725" cy="2428875"/>
          </a:xfrm>
          <a:prstGeom prst="rect">
            <a:avLst/>
          </a:prstGeom>
        </p:spPr>
      </p:pic>
      <p:pic>
        <p:nvPicPr>
          <p:cNvPr id="119771491" name="Image 6"/>
          <p:cNvPicPr>
            <a:picLocks noChangeAspect="1"/>
          </p:cNvPicPr>
          <p:nvPr/>
        </p:nvPicPr>
        <p:blipFill rotWithShape="1">
          <a:blip r:embed="rId4"/>
          <a:stretch/>
        </p:blipFill>
        <p:spPr bwMode="auto">
          <a:xfrm>
            <a:off x="758792" y="3838089"/>
            <a:ext cx="9610725" cy="24288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496152" name="Rectangle 6"/>
          <p:cNvSpPr/>
          <p:nvPr/>
        </p:nvSpPr>
        <p:spPr bwMode="auto">
          <a:xfrm>
            <a:off x="550505" y="443584"/>
            <a:ext cx="10842173" cy="4137747"/>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41177748" name="Rectangle: Rounded Corners 19"/>
          <p:cNvSpPr/>
          <p:nvPr/>
        </p:nvSpPr>
        <p:spPr bwMode="auto">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03354675" name="TextBox 20"/>
          <p:cNvSpPr txBox="1"/>
          <p:nvPr/>
        </p:nvSpPr>
        <p:spPr bwMode="auto">
          <a:xfrm>
            <a:off x="99149" y="74252"/>
            <a:ext cx="5597769" cy="369332"/>
          </a:xfrm>
          <a:prstGeom prst="rect">
            <a:avLst/>
          </a:prstGeom>
          <a:noFill/>
        </p:spPr>
        <p:txBody>
          <a:bodyPr wrap="square" rtlCol="0">
            <a:spAutoFit/>
          </a:bodyPr>
          <a:lstStyle/>
          <a:p>
            <a:pPr algn="ctr">
              <a:defRPr/>
            </a:pPr>
            <a:r>
              <a:rPr lang="fr-FR" b="1">
                <a:solidFill>
                  <a:schemeClr val="bg1"/>
                </a:solidFill>
                <a:cs typeface="Arial"/>
              </a:rPr>
              <a:t>Datastream</a:t>
            </a:r>
            <a:endParaRPr lang="ko-KR" b="1">
              <a:solidFill>
                <a:schemeClr val="bg1"/>
              </a:solidFill>
              <a:cs typeface="Arial"/>
            </a:endParaRPr>
          </a:p>
        </p:txBody>
      </p:sp>
      <p:pic>
        <p:nvPicPr>
          <p:cNvPr id="2099190016" name="Image 1"/>
          <p:cNvPicPr>
            <a:picLocks noChangeAspect="1"/>
          </p:cNvPicPr>
          <p:nvPr/>
        </p:nvPicPr>
        <p:blipFill rotWithShape="1">
          <a:blip r:embed="rId3"/>
          <a:stretch/>
        </p:blipFill>
        <p:spPr bwMode="auto">
          <a:xfrm>
            <a:off x="764486" y="767733"/>
            <a:ext cx="10401300" cy="34004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66756148" name="Rectangle 7"/>
          <p:cNvSpPr/>
          <p:nvPr/>
        </p:nvSpPr>
        <p:spPr bwMode="auto">
          <a:xfrm>
            <a:off x="550505" y="443585"/>
            <a:ext cx="11262050" cy="4865534"/>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16255856" name="Rectangle: Rounded Corners 19"/>
          <p:cNvSpPr/>
          <p:nvPr/>
        </p:nvSpPr>
        <p:spPr bwMode="auto">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26424455" name="TextBox 20"/>
          <p:cNvSpPr txBox="1"/>
          <p:nvPr/>
        </p:nvSpPr>
        <p:spPr bwMode="auto">
          <a:xfrm>
            <a:off x="99149" y="74252"/>
            <a:ext cx="5597769" cy="369332"/>
          </a:xfrm>
          <a:prstGeom prst="rect">
            <a:avLst/>
          </a:prstGeom>
          <a:noFill/>
        </p:spPr>
        <p:txBody>
          <a:bodyPr wrap="square" rtlCol="0">
            <a:spAutoFit/>
          </a:bodyPr>
          <a:lstStyle/>
          <a:p>
            <a:pPr algn="ctr">
              <a:defRPr/>
            </a:pPr>
            <a:r>
              <a:rPr lang="fr-FR" b="1">
                <a:solidFill>
                  <a:schemeClr val="bg1"/>
                </a:solidFill>
                <a:cs typeface="Arial"/>
              </a:rPr>
              <a:t>Observations</a:t>
            </a:r>
            <a:endParaRPr lang="ko-KR" b="1">
              <a:solidFill>
                <a:schemeClr val="bg1"/>
              </a:solidFill>
              <a:cs typeface="Arial"/>
            </a:endParaRPr>
          </a:p>
        </p:txBody>
      </p:sp>
      <p:pic>
        <p:nvPicPr>
          <p:cNvPr id="390489881" name="Image 2"/>
          <p:cNvPicPr>
            <a:picLocks noChangeAspect="1"/>
          </p:cNvPicPr>
          <p:nvPr/>
        </p:nvPicPr>
        <p:blipFill rotWithShape="1">
          <a:blip r:embed="rId3"/>
          <a:stretch/>
        </p:blipFill>
        <p:spPr bwMode="auto">
          <a:xfrm>
            <a:off x="733424" y="1169825"/>
            <a:ext cx="10725150" cy="1943100"/>
          </a:xfrm>
          <a:prstGeom prst="rect">
            <a:avLst/>
          </a:prstGeom>
        </p:spPr>
      </p:pic>
      <p:sp>
        <p:nvSpPr>
          <p:cNvPr id="423319276" name="Rectangle 6"/>
          <p:cNvSpPr/>
          <p:nvPr/>
        </p:nvSpPr>
        <p:spPr bwMode="auto">
          <a:xfrm>
            <a:off x="733424" y="3566729"/>
            <a:ext cx="5848545" cy="1369164"/>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a:t>{</a:t>
            </a:r>
            <a:endParaRPr/>
          </a:p>
          <a:p>
            <a:pPr>
              <a:defRPr/>
            </a:pPr>
            <a:r>
              <a:rPr lang="fr-FR"/>
              <a:t>    "</a:t>
            </a:r>
            <a:r>
              <a:rPr lang="fr-FR"/>
              <a:t>phenomenonTime</a:t>
            </a:r>
            <a:r>
              <a:rPr lang="fr-FR"/>
              <a:t>": "2017-02-07T18:02:00.000Z",</a:t>
            </a:r>
            <a:endParaRPr/>
          </a:p>
          <a:p>
            <a:pPr>
              <a:defRPr/>
            </a:pPr>
            <a:r>
              <a:rPr lang="fr-FR"/>
              <a:t>    "</a:t>
            </a:r>
            <a:r>
              <a:rPr lang="fr-FR"/>
              <a:t>result</a:t>
            </a:r>
            <a:r>
              <a:rPr lang="fr-FR"/>
              <a:t>": 21.6,</a:t>
            </a:r>
            <a:endParaRPr/>
          </a:p>
          <a:p>
            <a:pPr>
              <a:defRPr/>
            </a:pPr>
            <a:r>
              <a:rPr lang="fr-FR"/>
              <a:t>    "</a:t>
            </a:r>
            <a:r>
              <a:rPr lang="fr-FR"/>
              <a:t>Datastream</a:t>
            </a:r>
            <a:r>
              <a:rPr lang="fr-FR"/>
              <a:t>": { "@iot.id": 2 }</a:t>
            </a:r>
            <a:endParaRPr/>
          </a:p>
          <a:p>
            <a:pPr>
              <a:defRPr/>
            </a:pPr>
            <a:r>
              <a:rPr lang="fr-F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3319276"/>
                                        </p:tgtEl>
                                        <p:attrNameLst>
                                          <p:attrName>style.visibility</p:attrName>
                                        </p:attrNameLst>
                                      </p:cBhvr>
                                      <p:to>
                                        <p:strVal val="visible"/>
                                      </p:to>
                                    </p:set>
                                    <p:animEffect transition="in" filter="fade">
                                      <p:cBhvr>
                                        <p:cTn id="7" dur="500"/>
                                        <p:tgtEl>
                                          <p:spTgt spid="423319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319276" grpId="0" animBg="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84545278" name="Image 1"/>
          <p:cNvPicPr>
            <a:picLocks noChangeAspect="1"/>
          </p:cNvPicPr>
          <p:nvPr/>
        </p:nvPicPr>
        <p:blipFill rotWithShape="1">
          <a:blip r:embed="rId3"/>
          <a:stretch/>
        </p:blipFill>
        <p:spPr bwMode="auto">
          <a:xfrm>
            <a:off x="339152" y="220514"/>
            <a:ext cx="9318031" cy="6403160"/>
          </a:xfrm>
          <a:prstGeom prst="rect">
            <a:avLst/>
          </a:prstGeom>
        </p:spPr>
      </p:pic>
      <p:sp>
        <p:nvSpPr>
          <p:cNvPr id="432463950" name="Rectangle: Rounded Corners 19"/>
          <p:cNvSpPr/>
          <p:nvPr/>
        </p:nvSpPr>
        <p:spPr bwMode="auto">
          <a:xfrm>
            <a:off x="5998259" y="80903"/>
            <a:ext cx="5870280" cy="655627"/>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56703562" name="TextBox 20"/>
          <p:cNvSpPr txBox="1"/>
          <p:nvPr/>
        </p:nvSpPr>
        <p:spPr bwMode="auto">
          <a:xfrm>
            <a:off x="5784994" y="116328"/>
            <a:ext cx="6083545" cy="584775"/>
          </a:xfrm>
          <a:prstGeom prst="rect">
            <a:avLst/>
          </a:prstGeom>
          <a:noFill/>
        </p:spPr>
        <p:txBody>
          <a:bodyPr wrap="square" rtlCol="0">
            <a:spAutoFit/>
          </a:bodyPr>
          <a:lstStyle/>
          <a:p>
            <a:pPr algn="ctr">
              <a:defRPr/>
            </a:pPr>
            <a:r>
              <a:rPr lang="fr-FR" sz="3200" b="1">
                <a:solidFill>
                  <a:schemeClr val="bg1"/>
                </a:solidFill>
                <a:cs typeface="Arial"/>
              </a:rPr>
              <a:t>Le </a:t>
            </a:r>
            <a:r>
              <a:rPr lang="fr-FR" sz="3200" b="1">
                <a:solidFill>
                  <a:schemeClr val="bg1"/>
                </a:solidFill>
                <a:cs typeface="Arial"/>
              </a:rPr>
              <a:t>modéle</a:t>
            </a:r>
            <a:r>
              <a:rPr lang="fr-FR" sz="3200" b="1">
                <a:solidFill>
                  <a:schemeClr val="bg1"/>
                </a:solidFill>
                <a:cs typeface="Arial"/>
              </a:rPr>
              <a:t> </a:t>
            </a:r>
            <a:r>
              <a:rPr lang="fr-FR" sz="3200" b="1">
                <a:solidFill>
                  <a:schemeClr val="bg1"/>
                </a:solidFill>
                <a:cs typeface="Arial"/>
              </a:rPr>
              <a:t>MultiDatastreams</a:t>
            </a:r>
            <a:endParaRPr lang="ko-KR" sz="3200" b="1">
              <a:solidFill>
                <a:schemeClr val="bg1"/>
              </a:solidFil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32463950"/>
                                        </p:tgtEl>
                                        <p:attrNameLst>
                                          <p:attrName>style.visibility</p:attrName>
                                        </p:attrNameLst>
                                      </p:cBhvr>
                                      <p:to>
                                        <p:strVal val="visible"/>
                                      </p:to>
                                    </p:set>
                                    <p:animEffect transition="in" filter="fade">
                                      <p:cBhvr>
                                        <p:cTn id="7" dur="500"/>
                                        <p:tgtEl>
                                          <p:spTgt spid="43246395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56703562"/>
                                        </p:tgtEl>
                                        <p:attrNameLst>
                                          <p:attrName>style.visibility</p:attrName>
                                        </p:attrNameLst>
                                      </p:cBhvr>
                                      <p:to>
                                        <p:strVal val="visible"/>
                                      </p:to>
                                    </p:set>
                                    <p:animEffect transition="in" filter="fade">
                                      <p:cBhvr>
                                        <p:cTn id="10" dur="500"/>
                                        <p:tgtEl>
                                          <p:spTgt spid="1156703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463950" grpId="0" animBg="1"/>
      <p:bldP spid="1156703562" grpId="0"/>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3467602" name="Rectangle 6"/>
          <p:cNvSpPr/>
          <p:nvPr/>
        </p:nvSpPr>
        <p:spPr bwMode="auto">
          <a:xfrm>
            <a:off x="550505" y="443585"/>
            <a:ext cx="9629193" cy="5798596"/>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26095148" name="Rectangle: Rounded Corners 19"/>
          <p:cNvSpPr/>
          <p:nvPr/>
        </p:nvSpPr>
        <p:spPr bwMode="auto">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48336031" name="TextBox 20"/>
          <p:cNvSpPr txBox="1"/>
          <p:nvPr/>
        </p:nvSpPr>
        <p:spPr bwMode="auto">
          <a:xfrm>
            <a:off x="99149" y="74252"/>
            <a:ext cx="5597769" cy="369332"/>
          </a:xfrm>
          <a:prstGeom prst="rect">
            <a:avLst/>
          </a:prstGeom>
          <a:noFill/>
        </p:spPr>
        <p:txBody>
          <a:bodyPr wrap="square" rtlCol="0">
            <a:spAutoFit/>
          </a:bodyPr>
          <a:lstStyle/>
          <a:p>
            <a:pPr algn="ctr">
              <a:defRPr/>
            </a:pPr>
            <a:r>
              <a:rPr lang="fr-FR" b="1">
                <a:solidFill>
                  <a:schemeClr val="bg1"/>
                </a:solidFill>
                <a:cs typeface="Arial"/>
              </a:rPr>
              <a:t>MultiDatastream</a:t>
            </a:r>
            <a:endParaRPr lang="ko-KR" b="1">
              <a:solidFill>
                <a:schemeClr val="bg1"/>
              </a:solidFill>
              <a:cs typeface="Arial"/>
            </a:endParaRPr>
          </a:p>
        </p:txBody>
      </p:sp>
      <p:pic>
        <p:nvPicPr>
          <p:cNvPr id="1635006034" name="Image 2"/>
          <p:cNvPicPr>
            <a:picLocks noChangeAspect="1"/>
          </p:cNvPicPr>
          <p:nvPr/>
        </p:nvPicPr>
        <p:blipFill rotWithShape="1">
          <a:blip r:embed="rId3"/>
          <a:stretch/>
        </p:blipFill>
        <p:spPr bwMode="auto">
          <a:xfrm>
            <a:off x="1111894" y="812916"/>
            <a:ext cx="8591550" cy="51816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98882487" name="Rectangle 7"/>
          <p:cNvSpPr/>
          <p:nvPr/>
        </p:nvSpPr>
        <p:spPr bwMode="auto">
          <a:xfrm>
            <a:off x="550505" y="443585"/>
            <a:ext cx="11290042" cy="5565330"/>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32780433" name="Rectangle: Rounded Corners 19"/>
          <p:cNvSpPr/>
          <p:nvPr/>
        </p:nvSpPr>
        <p:spPr bwMode="auto">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725727456" name="TextBox 20"/>
          <p:cNvSpPr txBox="1"/>
          <p:nvPr/>
        </p:nvSpPr>
        <p:spPr bwMode="auto">
          <a:xfrm>
            <a:off x="99149" y="74252"/>
            <a:ext cx="5597769" cy="369332"/>
          </a:xfrm>
          <a:prstGeom prst="rect">
            <a:avLst/>
          </a:prstGeom>
          <a:noFill/>
        </p:spPr>
        <p:txBody>
          <a:bodyPr wrap="square" rtlCol="0">
            <a:spAutoFit/>
          </a:bodyPr>
          <a:lstStyle/>
          <a:p>
            <a:pPr algn="ctr">
              <a:defRPr/>
            </a:pPr>
            <a:r>
              <a:rPr lang="fr-FR" b="1">
                <a:solidFill>
                  <a:schemeClr val="bg1"/>
                </a:solidFill>
                <a:cs typeface="Arial"/>
              </a:rPr>
              <a:t>Observations pour </a:t>
            </a:r>
            <a:r>
              <a:rPr lang="fr-FR" b="1">
                <a:solidFill>
                  <a:schemeClr val="bg1"/>
                </a:solidFill>
                <a:cs typeface="Arial"/>
              </a:rPr>
              <a:t>multiDatasream</a:t>
            </a:r>
            <a:endParaRPr lang="ko-KR" b="1">
              <a:solidFill>
                <a:schemeClr val="bg1"/>
              </a:solidFill>
              <a:cs typeface="Arial"/>
            </a:endParaRPr>
          </a:p>
        </p:txBody>
      </p:sp>
      <p:sp>
        <p:nvSpPr>
          <p:cNvPr id="1676910329" name="Rectangle 6"/>
          <p:cNvSpPr/>
          <p:nvPr/>
        </p:nvSpPr>
        <p:spPr bwMode="auto">
          <a:xfrm>
            <a:off x="1244474" y="991480"/>
            <a:ext cx="5848545" cy="1369164"/>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a:t>{</a:t>
            </a:r>
            <a:endParaRPr/>
          </a:p>
          <a:p>
            <a:pPr>
              <a:defRPr/>
            </a:pPr>
            <a:r>
              <a:rPr lang="fr-FR"/>
              <a:t>  "</a:t>
            </a:r>
            <a:r>
              <a:rPr lang="fr-FR"/>
              <a:t>phenomenonTime</a:t>
            </a:r>
            <a:r>
              <a:rPr lang="fr-FR"/>
              <a:t>": "2017-02-07T18:02:00.000Z",</a:t>
            </a:r>
            <a:endParaRPr/>
          </a:p>
          <a:p>
            <a:pPr>
              <a:defRPr/>
            </a:pPr>
            <a:r>
              <a:rPr lang="fr-FR"/>
              <a:t>  "</a:t>
            </a:r>
            <a:r>
              <a:rPr lang="fr-FR"/>
              <a:t>result</a:t>
            </a:r>
            <a:r>
              <a:rPr lang="fr-FR"/>
              <a:t>": {</a:t>
            </a:r>
            <a:endParaRPr/>
          </a:p>
          <a:p>
            <a:pPr>
              <a:defRPr/>
            </a:pPr>
            <a:r>
              <a:rPr lang="fr-FR"/>
              <a:t>     "Unit one": 10.1,</a:t>
            </a:r>
            <a:endParaRPr/>
          </a:p>
          <a:p>
            <a:pPr>
              <a:defRPr/>
            </a:pPr>
            <a:r>
              <a:rPr lang="fr-FR"/>
              <a:t>     "Unit </a:t>
            </a:r>
            <a:r>
              <a:rPr lang="fr-FR"/>
              <a:t>two</a:t>
            </a:r>
            <a:r>
              <a:rPr lang="fr-FR"/>
              <a:t>": 10.2</a:t>
            </a:r>
            <a:endParaRPr/>
          </a:p>
          <a:p>
            <a:pPr>
              <a:defRPr/>
            </a:pPr>
            <a:r>
              <a:rPr lang="fr-FR"/>
              <a:t>   }</a:t>
            </a:r>
            <a:endParaRPr/>
          </a:p>
          <a:p>
            <a:pPr>
              <a:defRPr/>
            </a:pPr>
            <a:r>
              <a:rPr lang="fr-FR"/>
              <a:t>}</a:t>
            </a:r>
            <a:endParaRPr/>
          </a:p>
        </p:txBody>
      </p:sp>
      <p:pic>
        <p:nvPicPr>
          <p:cNvPr id="835493140" name="Image 3"/>
          <p:cNvPicPr>
            <a:picLocks noChangeAspect="1"/>
          </p:cNvPicPr>
          <p:nvPr/>
        </p:nvPicPr>
        <p:blipFill rotWithShape="1">
          <a:blip r:embed="rId3"/>
          <a:stretch/>
        </p:blipFill>
        <p:spPr bwMode="auto">
          <a:xfrm>
            <a:off x="1244474" y="2992017"/>
            <a:ext cx="10182225" cy="25908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76910329"/>
                                        </p:tgtEl>
                                        <p:attrNameLst>
                                          <p:attrName>style.visibility</p:attrName>
                                        </p:attrNameLst>
                                      </p:cBhvr>
                                      <p:to>
                                        <p:strVal val="visible"/>
                                      </p:to>
                                    </p:set>
                                    <p:animEffect transition="in" filter="fade">
                                      <p:cBhvr>
                                        <p:cTn id="7" dur="500"/>
                                        <p:tgtEl>
                                          <p:spTgt spid="1676910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6910329" grpId="0" animBg="1"/>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2852632" name="Rectangle 22"/>
          <p:cNvSpPr/>
          <p:nvPr/>
        </p:nvSpPr>
        <p:spPr bwMode="auto">
          <a:xfrm>
            <a:off x="10068071" y="2996406"/>
            <a:ext cx="1871926" cy="365795"/>
          </a:xfrm>
          <a:prstGeom prst="rect">
            <a:avLst/>
          </a:prstGeom>
          <a:noFill/>
        </p:spPr>
        <p:txBody>
          <a:bodyPr vertOverflow="overflow" horzOverflow="clip" vert="horz" wrap="square" lIns="91440" tIns="45720" rIns="91440" bIns="45720" numCol="1" spcCol="0" rtlCol="0" fromWordArt="0" anchor="t" anchorCtr="0" forceAA="0" compatLnSpc="0">
            <a:spAutoFit/>
          </a:bodyPr>
          <a:lstStyle/>
          <a:p>
            <a:pPr>
              <a:defRPr/>
            </a:pPr>
            <a:endParaRPr/>
          </a:p>
        </p:txBody>
      </p:sp>
      <p:sp>
        <p:nvSpPr>
          <p:cNvPr id="1565578258" name="Заголовок 1"/>
          <p:cNvSpPr txBox="1"/>
          <p:nvPr/>
        </p:nvSpPr>
        <p:spPr bwMode="auto">
          <a:xfrm>
            <a:off x="609598" y="1617571"/>
            <a:ext cx="10972800" cy="398892"/>
          </a:xfrm>
          <a:prstGeom prst="rect">
            <a:avLst/>
          </a:prstGeom>
        </p:spPr>
        <p:txBody>
          <a:bodyPr/>
          <a:lstStyle>
            <a:lvl1pPr algn="l" defTabSz="914400" rtl="0">
              <a:lnSpc>
                <a:spcPct val="90000"/>
              </a:lnSpc>
              <a:spcBef>
                <a:spcPts val="0"/>
              </a:spcBef>
              <a:buNone/>
              <a:defRPr sz="4400">
                <a:solidFill>
                  <a:schemeClr val="tx1"/>
                </a:solidFill>
                <a:latin typeface="+mj-lt"/>
                <a:ea typeface="+mj-ea"/>
                <a:cs typeface="+mj-cs"/>
              </a:defRPr>
            </a:lvl1pPr>
          </a:lstStyle>
          <a:p>
            <a:pPr>
              <a:defRPr/>
            </a:pPr>
            <a:r>
              <a:rPr lang="fr-FR" sz="2800" b="1"/>
              <a:t>SensorThings </a:t>
            </a:r>
            <a:r>
              <a:rPr lang="fr-FR" sz="2800" b="1"/>
              <a:t>Enhanced</a:t>
            </a:r>
            <a:r>
              <a:rPr lang="fr-FR" sz="2800" b="1"/>
              <a:t> API </a:t>
            </a:r>
            <a:r>
              <a:rPr lang="fr-FR" sz="2800" b="1"/>
              <a:t>Node</a:t>
            </a:r>
            <a:endParaRPr lang="fr-FR" sz="2800" b="1"/>
          </a:p>
        </p:txBody>
      </p:sp>
      <p:pic>
        <p:nvPicPr>
          <p:cNvPr id="286184426" name="Image 1"/>
          <p:cNvPicPr>
            <a:picLocks noChangeAspect="1"/>
          </p:cNvPicPr>
          <p:nvPr/>
        </p:nvPicPr>
        <p:blipFill rotWithShape="1">
          <a:blip r:embed="rId3"/>
          <a:stretch/>
        </p:blipFill>
        <p:spPr bwMode="auto">
          <a:xfrm>
            <a:off x="1451754" y="4484235"/>
            <a:ext cx="635145" cy="635145"/>
          </a:xfrm>
          <a:prstGeom prst="rect">
            <a:avLst/>
          </a:prstGeom>
        </p:spPr>
      </p:pic>
      <p:pic>
        <p:nvPicPr>
          <p:cNvPr id="1443768589" name="Image 5"/>
          <p:cNvPicPr>
            <a:picLocks noChangeAspect="1"/>
          </p:cNvPicPr>
          <p:nvPr/>
        </p:nvPicPr>
        <p:blipFill rotWithShape="1">
          <a:blip r:embed="rId4"/>
          <a:stretch/>
        </p:blipFill>
        <p:spPr bwMode="auto">
          <a:xfrm>
            <a:off x="609599" y="2324873"/>
            <a:ext cx="3112209" cy="1905434"/>
          </a:xfrm>
          <a:prstGeom prst="rect">
            <a:avLst/>
          </a:prstGeom>
        </p:spPr>
      </p:pic>
      <p:pic>
        <p:nvPicPr>
          <p:cNvPr id="521404437" name="Image 8"/>
          <p:cNvPicPr>
            <a:picLocks noChangeAspect="1"/>
          </p:cNvPicPr>
          <p:nvPr/>
        </p:nvPicPr>
        <p:blipFill rotWithShape="1">
          <a:blip r:embed="rId5"/>
          <a:stretch/>
        </p:blipFill>
        <p:spPr bwMode="auto">
          <a:xfrm>
            <a:off x="609599" y="4484236"/>
            <a:ext cx="635145" cy="635145"/>
          </a:xfrm>
          <a:prstGeom prst="rect">
            <a:avLst/>
          </a:prstGeom>
        </p:spPr>
      </p:pic>
      <p:pic>
        <p:nvPicPr>
          <p:cNvPr id="532998001" name="Image 29"/>
          <p:cNvPicPr>
            <a:picLocks noChangeAspect="1"/>
          </p:cNvPicPr>
          <p:nvPr/>
        </p:nvPicPr>
        <p:blipFill rotWithShape="1">
          <a:blip r:embed="rId6"/>
          <a:stretch/>
        </p:blipFill>
        <p:spPr bwMode="auto">
          <a:xfrm>
            <a:off x="452735" y="5627236"/>
            <a:ext cx="2477064" cy="889203"/>
          </a:xfrm>
          <a:prstGeom prst="rect">
            <a:avLst/>
          </a:prstGeom>
        </p:spPr>
      </p:pic>
      <p:pic>
        <p:nvPicPr>
          <p:cNvPr id="1324222209" name="Image 30"/>
          <p:cNvPicPr>
            <a:picLocks noChangeAspect="1"/>
          </p:cNvPicPr>
          <p:nvPr/>
        </p:nvPicPr>
        <p:blipFill rotWithShape="1">
          <a:blip r:embed="rId7"/>
          <a:stretch/>
        </p:blipFill>
        <p:spPr bwMode="auto">
          <a:xfrm>
            <a:off x="609598" y="202264"/>
            <a:ext cx="5099219" cy="1614753"/>
          </a:xfrm>
          <a:prstGeom prst="rect">
            <a:avLst/>
          </a:prstGeom>
        </p:spPr>
      </p:pic>
      <p:pic>
        <p:nvPicPr>
          <p:cNvPr id="567515599" name="Image 35"/>
          <p:cNvPicPr>
            <a:picLocks noChangeAspect="1"/>
          </p:cNvPicPr>
          <p:nvPr/>
        </p:nvPicPr>
        <p:blipFill rotWithShape="1">
          <a:blip r:embed="rId8"/>
          <a:stretch/>
        </p:blipFill>
        <p:spPr bwMode="auto">
          <a:xfrm>
            <a:off x="10894488" y="4904893"/>
            <a:ext cx="1045510" cy="1002068"/>
          </a:xfrm>
          <a:prstGeom prst="rect">
            <a:avLst/>
          </a:prstGeom>
        </p:spPr>
      </p:pic>
      <p:sp>
        <p:nvSpPr>
          <p:cNvPr id="16186889" name="Заголовок 1"/>
          <p:cNvSpPr txBox="1"/>
          <p:nvPr/>
        </p:nvSpPr>
        <p:spPr bwMode="auto">
          <a:xfrm>
            <a:off x="5859624" y="6117547"/>
            <a:ext cx="7812830" cy="398892"/>
          </a:xfrm>
          <a:prstGeom prst="rect">
            <a:avLst/>
          </a:prstGeom>
        </p:spPr>
        <p:txBody>
          <a:bodyPr/>
          <a:lstStyle>
            <a:lvl1pPr algn="l" defTabSz="914400" rtl="0">
              <a:lnSpc>
                <a:spcPct val="90000"/>
              </a:lnSpc>
              <a:spcBef>
                <a:spcPts val="0"/>
              </a:spcBef>
              <a:buNone/>
              <a:defRPr sz="4400">
                <a:solidFill>
                  <a:schemeClr val="tx1"/>
                </a:solidFill>
                <a:latin typeface="+mj-lt"/>
                <a:ea typeface="+mj-ea"/>
                <a:cs typeface="+mj-cs"/>
              </a:defRPr>
            </a:lvl1pPr>
          </a:lstStyle>
          <a:p>
            <a:pPr>
              <a:defRPr/>
            </a:pPr>
            <a:r>
              <a:rPr lang="fr-FR" sz="2800" b="1"/>
              <a:t>https://github.com/Mario-35/STEAN</a:t>
            </a:r>
            <a:endParaRPr/>
          </a:p>
        </p:txBody>
      </p:sp>
      <p:pic>
        <p:nvPicPr>
          <p:cNvPr id="740156567" name="Image 10"/>
          <p:cNvPicPr>
            <a:picLocks noChangeAspect="1"/>
          </p:cNvPicPr>
          <p:nvPr/>
        </p:nvPicPr>
        <p:blipFill rotWithShape="1">
          <a:blip r:embed="rId9"/>
          <a:stretch/>
        </p:blipFill>
        <p:spPr bwMode="auto">
          <a:xfrm>
            <a:off x="5708817" y="3488815"/>
            <a:ext cx="1482984" cy="148298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94955434" name="Image 1"/>
          <p:cNvPicPr>
            <a:picLocks noChangeAspect="1"/>
          </p:cNvPicPr>
          <p:nvPr/>
        </p:nvPicPr>
        <p:blipFill rotWithShape="1">
          <a:blip r:embed="rId3"/>
          <a:stretch/>
        </p:blipFill>
        <p:spPr bwMode="auto">
          <a:xfrm>
            <a:off x="339152" y="220514"/>
            <a:ext cx="9318031" cy="6403160"/>
          </a:xfrm>
          <a:prstGeom prst="rect">
            <a:avLst/>
          </a:prstGeom>
        </p:spPr>
      </p:pic>
      <p:sp>
        <p:nvSpPr>
          <p:cNvPr id="565072454" name="Rectangle: Rounded Corners 19"/>
          <p:cNvSpPr/>
          <p:nvPr/>
        </p:nvSpPr>
        <p:spPr bwMode="auto">
          <a:xfrm>
            <a:off x="5998259" y="80903"/>
            <a:ext cx="5870280" cy="655627"/>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08373285" name="TextBox 20"/>
          <p:cNvSpPr txBox="1"/>
          <p:nvPr/>
        </p:nvSpPr>
        <p:spPr bwMode="auto">
          <a:xfrm>
            <a:off x="5784994" y="116328"/>
            <a:ext cx="6083545" cy="584775"/>
          </a:xfrm>
          <a:prstGeom prst="rect">
            <a:avLst/>
          </a:prstGeom>
          <a:noFill/>
        </p:spPr>
        <p:txBody>
          <a:bodyPr wrap="square" rtlCol="0">
            <a:spAutoFit/>
          </a:bodyPr>
          <a:lstStyle/>
          <a:p>
            <a:pPr algn="ctr">
              <a:defRPr/>
            </a:pPr>
            <a:r>
              <a:rPr lang="fr-FR" sz="3200" b="1">
                <a:solidFill>
                  <a:schemeClr val="bg1"/>
                </a:solidFill>
                <a:cs typeface="Arial"/>
              </a:rPr>
              <a:t>Le </a:t>
            </a:r>
            <a:r>
              <a:rPr lang="fr-FR" sz="3200" b="1">
                <a:solidFill>
                  <a:schemeClr val="bg1"/>
                </a:solidFill>
                <a:cs typeface="Arial"/>
              </a:rPr>
              <a:t>modéle</a:t>
            </a:r>
            <a:r>
              <a:rPr lang="fr-FR" sz="3200" b="1">
                <a:solidFill>
                  <a:schemeClr val="bg1"/>
                </a:solidFill>
                <a:cs typeface="Arial"/>
              </a:rPr>
              <a:t> Lora</a:t>
            </a:r>
            <a:endParaRPr lang="ko-KR" sz="3200" b="1">
              <a:solidFill>
                <a:schemeClr val="bg1"/>
              </a:solidFill>
              <a:cs typeface="Arial"/>
            </a:endParaRPr>
          </a:p>
        </p:txBody>
      </p:sp>
      <p:pic>
        <p:nvPicPr>
          <p:cNvPr id="396518274" name="Image 3"/>
          <p:cNvPicPr>
            <a:picLocks noChangeAspect="1"/>
          </p:cNvPicPr>
          <p:nvPr/>
        </p:nvPicPr>
        <p:blipFill rotWithShape="1">
          <a:blip r:embed="rId4"/>
          <a:stretch/>
        </p:blipFill>
        <p:spPr bwMode="auto">
          <a:xfrm>
            <a:off x="5822314" y="3622664"/>
            <a:ext cx="2892475" cy="2844666"/>
          </a:xfrm>
          <a:prstGeom prst="rect">
            <a:avLst/>
          </a:prstGeom>
        </p:spPr>
      </p:pic>
      <p:pic>
        <p:nvPicPr>
          <p:cNvPr id="111405103" name="Image 5"/>
          <p:cNvPicPr>
            <a:picLocks noChangeAspect="1"/>
          </p:cNvPicPr>
          <p:nvPr/>
        </p:nvPicPr>
        <p:blipFill rotWithShape="1">
          <a:blip r:embed="rId5"/>
          <a:stretch/>
        </p:blipFill>
        <p:spPr bwMode="auto">
          <a:xfrm>
            <a:off x="629549" y="2332587"/>
            <a:ext cx="1439367" cy="143936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65072454"/>
                                        </p:tgtEl>
                                        <p:attrNameLst>
                                          <p:attrName>style.visibility</p:attrName>
                                        </p:attrNameLst>
                                      </p:cBhvr>
                                      <p:to>
                                        <p:strVal val="visible"/>
                                      </p:to>
                                    </p:set>
                                    <p:animEffect transition="in" filter="fade">
                                      <p:cBhvr>
                                        <p:cTn id="7" dur="500"/>
                                        <p:tgtEl>
                                          <p:spTgt spid="56507245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08373285"/>
                                        </p:tgtEl>
                                        <p:attrNameLst>
                                          <p:attrName>style.visibility</p:attrName>
                                        </p:attrNameLst>
                                      </p:cBhvr>
                                      <p:to>
                                        <p:strVal val="visible"/>
                                      </p:to>
                                    </p:set>
                                    <p:animEffect transition="in" filter="fade">
                                      <p:cBhvr>
                                        <p:cTn id="10" dur="500"/>
                                        <p:tgtEl>
                                          <p:spTgt spid="608373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072454" grpId="0" animBg="1"/>
      <p:bldP spid="608373285" grpId="0"/>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16112785" name="Rectangle: Rounded Corners 19"/>
          <p:cNvSpPr/>
          <p:nvPr/>
        </p:nvSpPr>
        <p:spPr bwMode="auto">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07720133" name="TextBox 20"/>
          <p:cNvSpPr txBox="1"/>
          <p:nvPr/>
        </p:nvSpPr>
        <p:spPr bwMode="auto">
          <a:xfrm>
            <a:off x="99149" y="74252"/>
            <a:ext cx="5597769" cy="369332"/>
          </a:xfrm>
          <a:prstGeom prst="rect">
            <a:avLst/>
          </a:prstGeom>
          <a:noFill/>
        </p:spPr>
        <p:txBody>
          <a:bodyPr wrap="square" rtlCol="0">
            <a:spAutoFit/>
          </a:bodyPr>
          <a:lstStyle/>
          <a:p>
            <a:pPr algn="ctr">
              <a:defRPr/>
            </a:pPr>
            <a:r>
              <a:rPr lang="fr-FR" b="1">
                <a:solidFill>
                  <a:schemeClr val="bg1"/>
                </a:solidFill>
                <a:cs typeface="Arial"/>
              </a:rPr>
              <a:t>Lora</a:t>
            </a:r>
            <a:endParaRPr lang="ko-KR" b="1">
              <a:solidFill>
                <a:schemeClr val="bg1"/>
              </a:solidFill>
              <a:cs typeface="Arial"/>
            </a:endParaRPr>
          </a:p>
        </p:txBody>
      </p:sp>
      <p:pic>
        <p:nvPicPr>
          <p:cNvPr id="724643049" name="Image 1"/>
          <p:cNvPicPr>
            <a:picLocks noChangeAspect="1"/>
          </p:cNvPicPr>
          <p:nvPr/>
        </p:nvPicPr>
        <p:blipFill rotWithShape="1">
          <a:blip r:embed="rId3"/>
          <a:stretch/>
        </p:blipFill>
        <p:spPr bwMode="auto">
          <a:xfrm>
            <a:off x="715641" y="698983"/>
            <a:ext cx="8297433" cy="1895740"/>
          </a:xfrm>
          <a:prstGeom prst="rect">
            <a:avLst/>
          </a:prstGeom>
        </p:spPr>
      </p:pic>
      <p:sp>
        <p:nvSpPr>
          <p:cNvPr id="1885853776" name="Rectangle 7"/>
          <p:cNvSpPr/>
          <p:nvPr/>
        </p:nvSpPr>
        <p:spPr bwMode="auto">
          <a:xfrm>
            <a:off x="799617" y="2892490"/>
            <a:ext cx="5848545" cy="3181739"/>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a:t>{ </a:t>
            </a:r>
            <a:endParaRPr/>
          </a:p>
          <a:p>
            <a:pPr>
              <a:defRPr/>
            </a:pPr>
            <a:r>
              <a:rPr lang="fr-FR"/>
              <a:t>                 "</a:t>
            </a:r>
            <a:r>
              <a:rPr lang="fr-FR"/>
              <a:t>MultiDatastream</a:t>
            </a:r>
            <a:r>
              <a:rPr lang="fr-FR"/>
              <a:t>": {</a:t>
            </a:r>
            <a:endParaRPr/>
          </a:p>
          <a:p>
            <a:pPr>
              <a:defRPr/>
            </a:pPr>
            <a:r>
              <a:rPr lang="fr-FR"/>
              <a:t>                     "@iot.id": 2</a:t>
            </a:r>
            <a:endParaRPr/>
          </a:p>
          <a:p>
            <a:pPr>
              <a:defRPr/>
            </a:pPr>
            <a:r>
              <a:rPr lang="fr-FR"/>
              <a:t>                 },</a:t>
            </a:r>
            <a:endParaRPr/>
          </a:p>
          <a:p>
            <a:pPr>
              <a:defRPr/>
            </a:pPr>
            <a:r>
              <a:rPr lang="fr-FR"/>
              <a:t>                 "</a:t>
            </a:r>
            <a:r>
              <a:rPr lang="fr-FR"/>
              <a:t>Decoder</a:t>
            </a:r>
            <a:r>
              <a:rPr lang="fr-FR"/>
              <a:t>": {</a:t>
            </a:r>
            <a:endParaRPr/>
          </a:p>
          <a:p>
            <a:pPr>
              <a:defRPr/>
            </a:pPr>
            <a:r>
              <a:rPr lang="fr-FR"/>
              <a:t>                     "@iot.id": 1</a:t>
            </a:r>
            <a:endParaRPr/>
          </a:p>
          <a:p>
            <a:pPr>
              <a:defRPr/>
            </a:pPr>
            <a:r>
              <a:rPr lang="fr-FR"/>
              <a:t>                 },</a:t>
            </a:r>
            <a:endParaRPr/>
          </a:p>
          <a:p>
            <a:pPr>
              <a:defRPr/>
            </a:pPr>
            <a:r>
              <a:rPr lang="fr-FR"/>
              <a:t>                 "</a:t>
            </a:r>
            <a:r>
              <a:rPr lang="fr-FR"/>
              <a:t>name</a:t>
            </a:r>
            <a:r>
              <a:rPr lang="fr-FR"/>
              <a:t>": "</a:t>
            </a:r>
            <a:r>
              <a:rPr lang="fr-FR"/>
              <a:t>Another</a:t>
            </a:r>
            <a:r>
              <a:rPr lang="fr-FR"/>
              <a:t> </a:t>
            </a:r>
            <a:r>
              <a:rPr lang="fr-FR"/>
              <a:t>lora</a:t>
            </a:r>
            <a:r>
              <a:rPr lang="fr-FR"/>
              <a:t> Name",</a:t>
            </a:r>
            <a:endParaRPr/>
          </a:p>
          <a:p>
            <a:pPr>
              <a:defRPr/>
            </a:pPr>
            <a:r>
              <a:rPr lang="fr-FR"/>
              <a:t>                 "description": "</a:t>
            </a:r>
            <a:r>
              <a:rPr lang="fr-FR"/>
              <a:t>My</a:t>
            </a:r>
            <a:r>
              <a:rPr lang="fr-FR"/>
              <a:t> new Lora Description",</a:t>
            </a:r>
            <a:endParaRPr/>
          </a:p>
          <a:p>
            <a:pPr>
              <a:defRPr/>
            </a:pPr>
            <a:r>
              <a:rPr lang="fr-FR"/>
              <a:t>                 "</a:t>
            </a:r>
            <a:r>
              <a:rPr lang="fr-FR"/>
              <a:t>deveui</a:t>
            </a:r>
            <a:r>
              <a:rPr lang="fr-FR"/>
              <a:t>": "8cf9574000009L8C"</a:t>
            </a:r>
            <a:endParaRPr/>
          </a:p>
          <a:p>
            <a:pPr>
              <a:defRPr/>
            </a:pPr>
            <a:r>
              <a:rPr lang="fr-F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85853776"/>
                                        </p:tgtEl>
                                        <p:attrNameLst>
                                          <p:attrName>style.visibility</p:attrName>
                                        </p:attrNameLst>
                                      </p:cBhvr>
                                      <p:to>
                                        <p:strVal val="visible"/>
                                      </p:to>
                                    </p:set>
                                    <p:animEffect transition="in" filter="fade">
                                      <p:cBhvr>
                                        <p:cTn id="7" dur="500"/>
                                        <p:tgtEl>
                                          <p:spTgt spid="1885853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5853776" grpId="0" animBg="1"/>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0209696" name="Rectangle: Rounded Corners 19"/>
          <p:cNvSpPr/>
          <p:nvPr/>
        </p:nvSpPr>
        <p:spPr bwMode="auto">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61939094" name="TextBox 20"/>
          <p:cNvSpPr txBox="1"/>
          <p:nvPr/>
        </p:nvSpPr>
        <p:spPr bwMode="auto">
          <a:xfrm>
            <a:off x="99149" y="74252"/>
            <a:ext cx="5597769" cy="369332"/>
          </a:xfrm>
          <a:prstGeom prst="rect">
            <a:avLst/>
          </a:prstGeom>
          <a:noFill/>
        </p:spPr>
        <p:txBody>
          <a:bodyPr wrap="square" rtlCol="0">
            <a:spAutoFit/>
          </a:bodyPr>
          <a:lstStyle/>
          <a:p>
            <a:pPr algn="ctr">
              <a:defRPr/>
            </a:pPr>
            <a:r>
              <a:rPr lang="fr-FR" b="1">
                <a:solidFill>
                  <a:schemeClr val="bg1"/>
                </a:solidFill>
                <a:cs typeface="Arial"/>
              </a:rPr>
              <a:t>Decoder</a:t>
            </a:r>
            <a:endParaRPr lang="ko-KR" b="1">
              <a:solidFill>
                <a:schemeClr val="bg1"/>
              </a:solidFill>
              <a:cs typeface="Arial"/>
            </a:endParaRPr>
          </a:p>
        </p:txBody>
      </p:sp>
      <p:pic>
        <p:nvPicPr>
          <p:cNvPr id="1598675318" name="Image 2"/>
          <p:cNvPicPr>
            <a:picLocks noChangeAspect="1"/>
          </p:cNvPicPr>
          <p:nvPr/>
        </p:nvPicPr>
        <p:blipFill rotWithShape="1">
          <a:blip r:embed="rId3"/>
          <a:stretch/>
        </p:blipFill>
        <p:spPr bwMode="auto">
          <a:xfrm>
            <a:off x="603807" y="1115859"/>
            <a:ext cx="9192908" cy="173379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11461171" name="Image 1"/>
          <p:cNvPicPr>
            <a:picLocks noChangeAspect="1"/>
          </p:cNvPicPr>
          <p:nvPr/>
        </p:nvPicPr>
        <p:blipFill rotWithShape="1">
          <a:blip r:embed="rId3"/>
          <a:stretch/>
        </p:blipFill>
        <p:spPr bwMode="auto">
          <a:xfrm>
            <a:off x="242596" y="1004498"/>
            <a:ext cx="1121325" cy="1121325"/>
          </a:xfrm>
          <a:prstGeom prst="rect">
            <a:avLst/>
          </a:prstGeom>
        </p:spPr>
      </p:pic>
      <p:pic>
        <p:nvPicPr>
          <p:cNvPr id="1436286915" name="Image 3"/>
          <p:cNvPicPr>
            <a:picLocks noChangeAspect="1"/>
          </p:cNvPicPr>
          <p:nvPr/>
        </p:nvPicPr>
        <p:blipFill rotWithShape="1">
          <a:blip r:embed="rId4"/>
          <a:stretch/>
        </p:blipFill>
        <p:spPr bwMode="auto">
          <a:xfrm>
            <a:off x="239776" y="2337221"/>
            <a:ext cx="2248289" cy="936787"/>
          </a:xfrm>
          <a:prstGeom prst="rect">
            <a:avLst/>
          </a:prstGeom>
        </p:spPr>
      </p:pic>
      <p:pic>
        <p:nvPicPr>
          <p:cNvPr id="715028662" name="Image 4"/>
          <p:cNvPicPr>
            <a:picLocks noChangeAspect="1"/>
          </p:cNvPicPr>
          <p:nvPr/>
        </p:nvPicPr>
        <p:blipFill rotWithShape="1">
          <a:blip r:embed="rId5"/>
          <a:stretch/>
        </p:blipFill>
        <p:spPr bwMode="auto">
          <a:xfrm>
            <a:off x="88544" y="3551757"/>
            <a:ext cx="1171090" cy="1171090"/>
          </a:xfrm>
          <a:prstGeom prst="rect">
            <a:avLst/>
          </a:prstGeom>
        </p:spPr>
      </p:pic>
      <p:pic>
        <p:nvPicPr>
          <p:cNvPr id="767093229" name="Image 6"/>
          <p:cNvPicPr>
            <a:picLocks noChangeAspect="1"/>
          </p:cNvPicPr>
          <p:nvPr/>
        </p:nvPicPr>
        <p:blipFill rotWithShape="1">
          <a:blip r:embed="rId6"/>
          <a:stretch/>
        </p:blipFill>
        <p:spPr bwMode="auto">
          <a:xfrm>
            <a:off x="117996" y="5140555"/>
            <a:ext cx="1141638" cy="1141638"/>
          </a:xfrm>
          <a:prstGeom prst="rect">
            <a:avLst/>
          </a:prstGeom>
        </p:spPr>
      </p:pic>
      <p:pic>
        <p:nvPicPr>
          <p:cNvPr id="707262864" name="Image 7"/>
          <p:cNvPicPr>
            <a:picLocks noChangeAspect="1"/>
          </p:cNvPicPr>
          <p:nvPr/>
        </p:nvPicPr>
        <p:blipFill rotWithShape="1">
          <a:blip r:embed="rId7"/>
          <a:stretch/>
        </p:blipFill>
        <p:spPr bwMode="auto">
          <a:xfrm>
            <a:off x="3116423" y="1004498"/>
            <a:ext cx="8322907" cy="5745697"/>
          </a:xfrm>
          <a:prstGeom prst="rect">
            <a:avLst/>
          </a:prstGeom>
        </p:spPr>
      </p:pic>
      <p:sp>
        <p:nvSpPr>
          <p:cNvPr id="18934526" name="TextBox 20"/>
          <p:cNvSpPr txBox="1"/>
          <p:nvPr/>
        </p:nvSpPr>
        <p:spPr bwMode="auto">
          <a:xfrm>
            <a:off x="99149" y="74252"/>
            <a:ext cx="7458647" cy="461665"/>
          </a:xfrm>
          <a:prstGeom prst="rect">
            <a:avLst/>
          </a:prstGeom>
          <a:noFill/>
        </p:spPr>
        <p:txBody>
          <a:bodyPr wrap="square" rtlCol="0">
            <a:spAutoFit/>
          </a:bodyPr>
          <a:lstStyle/>
          <a:p>
            <a:pPr algn="ctr">
              <a:defRPr/>
            </a:pPr>
            <a:r>
              <a:rPr lang="fr-FR" sz="2400" b="1">
                <a:cs typeface="Arial"/>
              </a:rPr>
              <a:t>Diffèrent formats de sortie des données</a:t>
            </a:r>
            <a:endParaRPr lang="ko-KR" sz="2400" b="1">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72628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2878745" name="TextBox 20"/>
          <p:cNvSpPr txBox="1"/>
          <p:nvPr/>
        </p:nvSpPr>
        <p:spPr bwMode="auto">
          <a:xfrm>
            <a:off x="99149" y="74252"/>
            <a:ext cx="11844035" cy="4278094"/>
          </a:xfrm>
          <a:prstGeom prst="rect">
            <a:avLst/>
          </a:prstGeom>
          <a:noFill/>
        </p:spPr>
        <p:txBody>
          <a:bodyPr wrap="square" rtlCol="0">
            <a:spAutoFit/>
          </a:bodyPr>
          <a:lstStyle/>
          <a:p>
            <a:pPr algn="ctr">
              <a:defRPr/>
            </a:pPr>
            <a:r>
              <a:rPr lang="fr-FR" sz="8800" b="1">
                <a:solidFill>
                  <a:schemeClr val="bg1"/>
                </a:solidFill>
                <a:cs typeface="Arial"/>
              </a:rPr>
              <a:t>Des mots, </a:t>
            </a:r>
            <a:endParaRPr/>
          </a:p>
          <a:p>
            <a:pPr algn="ctr">
              <a:defRPr/>
            </a:pPr>
            <a:r>
              <a:rPr lang="fr-FR" sz="8800" b="1">
                <a:solidFill>
                  <a:schemeClr val="bg1"/>
                </a:solidFill>
                <a:cs typeface="Arial"/>
              </a:rPr>
              <a:t>Des maux</a:t>
            </a:r>
            <a:endParaRPr/>
          </a:p>
          <a:p>
            <a:pPr algn="ctr">
              <a:defRPr/>
            </a:pPr>
            <a:r>
              <a:rPr lang="fr-FR" sz="9600" b="1">
                <a:solidFill>
                  <a:schemeClr val="bg1"/>
                </a:solidFill>
                <a:cs typeface="Arial"/>
              </a:rPr>
              <a:t>Démos</a:t>
            </a:r>
            <a:endParaRPr lang="ko-KR" sz="9600" b="1">
              <a:solidFill>
                <a:schemeClr val="bg1"/>
              </a:solidFill>
              <a:cs typeface="Arial"/>
            </a:endParaRPr>
          </a:p>
        </p:txBody>
      </p:sp>
      <p:sp>
        <p:nvSpPr>
          <p:cNvPr id="338589891" name="TextBox 20"/>
          <p:cNvSpPr txBox="1"/>
          <p:nvPr/>
        </p:nvSpPr>
        <p:spPr bwMode="auto">
          <a:xfrm>
            <a:off x="99148" y="6303487"/>
            <a:ext cx="12095730" cy="366119"/>
          </a:xfrm>
          <a:prstGeom prst="rect">
            <a:avLst/>
          </a:prstGeom>
          <a:noFill/>
        </p:spPr>
        <p:txBody>
          <a:bodyPr wrap="square" rtlCol="0">
            <a:spAutoFit/>
          </a:bodyPr>
          <a:lstStyle/>
          <a:p>
            <a:pPr algn="ctr">
              <a:defRPr/>
            </a:pPr>
            <a:r>
              <a:rPr lang="fr-FR" sz="1800" b="1" i="0" u="none" strike="noStrike" cap="none" spc="0">
                <a:solidFill>
                  <a:schemeClr val="bg1"/>
                </a:solidFill>
                <a:latin typeface="Arial"/>
                <a:ea typeface="Arial"/>
                <a:cs typeface="Arial"/>
              </a:rPr>
              <a:t>https://sensorthings.umrsas.inrae.fr/agrhys/v1.1/</a:t>
            </a:r>
            <a:endParaRPr lang="ko-KR" b="1">
              <a:solidFill>
                <a:schemeClr val="bg1"/>
              </a:solidFil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41047951" name="Group 1"/>
          <p:cNvGrpSpPr/>
          <p:nvPr/>
        </p:nvGrpSpPr>
        <p:grpSpPr bwMode="auto">
          <a:xfrm>
            <a:off x="3468549" y="2276475"/>
            <a:ext cx="5269188" cy="3419474"/>
            <a:chOff x="4655870" y="2637505"/>
            <a:chExt cx="2716484" cy="1217603"/>
          </a:xfrm>
        </p:grpSpPr>
        <p:grpSp>
          <p:nvGrpSpPr>
            <p:cNvPr id="6" name="Group 5"/>
            <p:cNvGrpSpPr/>
            <p:nvPr/>
          </p:nvGrpSpPr>
          <p:grpSpPr bwMode="auto">
            <a:xfrm>
              <a:off x="6233054" y="2743150"/>
              <a:ext cx="1139300" cy="952543"/>
              <a:chOff x="5133714" y="3583707"/>
              <a:chExt cx="474339" cy="396585"/>
            </a:xfrm>
          </p:grpSpPr>
          <p:cxnSp>
            <p:nvCxnSpPr>
              <p:cNvPr id="12" name="Connector: Elbow 11"/>
              <p:cNvCxnSpPr/>
              <p:nvPr/>
            </p:nvCxnSpPr>
            <p:spPr bwMode="auto">
              <a:xfrm rot="16199998" flipH="1">
                <a:off x="5223467" y="3590067"/>
                <a:ext cx="291134" cy="278415"/>
              </a:xfrm>
              <a:prstGeom prst="bentConnector3">
                <a:avLst>
                  <a:gd name="adj1" fmla="val 98706"/>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3" name="Connector: Elbow 12"/>
              <p:cNvCxnSpPr/>
              <p:nvPr/>
            </p:nvCxnSpPr>
            <p:spPr bwMode="auto">
              <a:xfrm rot="16199998" flipH="1">
                <a:off x="5172591" y="3544830"/>
                <a:ext cx="396585" cy="474339"/>
              </a:xfrm>
              <a:prstGeom prst="bentConnector3">
                <a:avLst>
                  <a:gd name="adj1" fmla="val 101319"/>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grpSp>
        <p:cxnSp>
          <p:nvCxnSpPr>
            <p:cNvPr id="7" name="Straight Connector 6"/>
            <p:cNvCxnSpPr/>
            <p:nvPr/>
          </p:nvCxnSpPr>
          <p:spPr bwMode="auto">
            <a:xfrm>
              <a:off x="6001025" y="2637505"/>
              <a:ext cx="13087" cy="1217603"/>
            </a:xfrm>
            <a:prstGeom prst="line">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bwMode="auto">
            <a:xfrm flipH="1">
              <a:off x="4655870" y="2743153"/>
              <a:ext cx="1159245" cy="952554"/>
              <a:chOff x="5125409" y="3583703"/>
              <a:chExt cx="482643" cy="396589"/>
            </a:xfrm>
          </p:grpSpPr>
          <p:cxnSp>
            <p:nvCxnSpPr>
              <p:cNvPr id="10" name="Connector: Elbow 9"/>
              <p:cNvCxnSpPr/>
              <p:nvPr/>
            </p:nvCxnSpPr>
            <p:spPr bwMode="auto">
              <a:xfrm rot="16199998" flipH="1">
                <a:off x="5217648" y="3581177"/>
                <a:ext cx="291129" cy="296189"/>
              </a:xfrm>
              <a:prstGeom prst="bentConnector3">
                <a:avLst>
                  <a:gd name="adj1" fmla="val 100929"/>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1" name="Connector: Elbow 10"/>
              <p:cNvCxnSpPr/>
              <p:nvPr/>
            </p:nvCxnSpPr>
            <p:spPr bwMode="auto">
              <a:xfrm rot="16199998" flipH="1">
                <a:off x="5168436" y="3540676"/>
                <a:ext cx="396589" cy="482643"/>
              </a:xfrm>
              <a:prstGeom prst="bentConnector3">
                <a:avLst>
                  <a:gd name="adj1" fmla="val 99215"/>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grpSp>
      </p:grpSp>
      <p:sp>
        <p:nvSpPr>
          <p:cNvPr id="531731851" name="Rectangle 25"/>
          <p:cNvSpPr/>
          <p:nvPr/>
        </p:nvSpPr>
        <p:spPr bwMode="auto">
          <a:xfrm>
            <a:off x="-9524" y="2836196"/>
            <a:ext cx="12196762" cy="1360392"/>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04753915" name="Rectangle 24"/>
          <p:cNvSpPr/>
          <p:nvPr/>
        </p:nvSpPr>
        <p:spPr bwMode="auto">
          <a:xfrm>
            <a:off x="-4762" y="2938634"/>
            <a:ext cx="12196762" cy="1155517"/>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18834875" name="TextBox 2"/>
          <p:cNvSpPr txBox="1"/>
          <p:nvPr/>
        </p:nvSpPr>
        <p:spPr bwMode="auto">
          <a:xfrm>
            <a:off x="-4762" y="2888660"/>
            <a:ext cx="12192000" cy="1015663"/>
          </a:xfrm>
          <a:prstGeom prst="rect">
            <a:avLst/>
          </a:prstGeom>
          <a:noFill/>
        </p:spPr>
        <p:txBody>
          <a:bodyPr wrap="square" rtlCol="0" anchor="ctr">
            <a:spAutoFit/>
          </a:bodyPr>
          <a:lstStyle/>
          <a:p>
            <a:pPr algn="ctr">
              <a:defRPr/>
            </a:pPr>
            <a:r>
              <a:rPr lang="en-US" sz="6000">
                <a:solidFill>
                  <a:schemeClr val="bg1"/>
                </a:solidFill>
                <a:cs typeface="Arial"/>
              </a:rPr>
              <a:t>Merci</a:t>
            </a:r>
            <a:endParaRPr lang="ko-KR" sz="6000">
              <a:solidFill>
                <a:schemeClr val="bg1"/>
              </a:solidFill>
              <a:cs typeface="Arial"/>
            </a:endParaRPr>
          </a:p>
        </p:txBody>
      </p:sp>
      <p:sp>
        <p:nvSpPr>
          <p:cNvPr id="1629771452" name="TextBox 3"/>
          <p:cNvSpPr txBox="1"/>
          <p:nvPr/>
        </p:nvSpPr>
        <p:spPr bwMode="auto">
          <a:xfrm>
            <a:off x="4762" y="3714495"/>
            <a:ext cx="12191852" cy="379656"/>
          </a:xfrm>
          <a:prstGeom prst="rect">
            <a:avLst/>
          </a:prstGeom>
          <a:noFill/>
        </p:spPr>
        <p:txBody>
          <a:bodyPr wrap="square" rtlCol="0" anchor="ctr">
            <a:spAutoFit/>
          </a:bodyPr>
          <a:lstStyle/>
          <a:p>
            <a:pPr algn="ctr">
              <a:defRPr/>
            </a:pPr>
            <a:r>
              <a:rPr lang="en-US" sz="1850">
                <a:solidFill>
                  <a:schemeClr val="bg1"/>
                </a:solidFill>
                <a:cs typeface="Arial"/>
              </a:rPr>
              <a:t>Adam Mario INRAE 2026</a:t>
            </a:r>
            <a:endParaRPr lang="ko-KR" sz="1850">
              <a:solidFill>
                <a:schemeClr val="bg1"/>
              </a:solidFill>
              <a:cs typeface="Arial"/>
            </a:endParaRPr>
          </a:p>
        </p:txBody>
      </p:sp>
      <p:sp>
        <p:nvSpPr>
          <p:cNvPr id="2037552743" name="Freeform 13"/>
          <p:cNvSpPr>
            <a:spLocks noChangeAspect="1"/>
          </p:cNvSpPr>
          <p:nvPr/>
        </p:nvSpPr>
        <p:spPr bwMode="auto">
          <a:xfrm flipH="1">
            <a:off x="4878758" y="1367871"/>
            <a:ext cx="2434484" cy="1311656"/>
          </a:xfrm>
          <a:custGeom>
            <a:avLst/>
            <a:gdLst/>
            <a:ahLst/>
            <a:cxnLst/>
            <a:rect l="l" t="t" r="r" b="b"/>
            <a:pathLst>
              <a:path w="1872168" h="1008693" fill="norm" stroke="1" extrusionOk="0">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sz="2700">
              <a:solidFill>
                <a:schemeClr val="tx1"/>
              </a:solidFill>
            </a:endParaRPr>
          </a:p>
        </p:txBody>
      </p:sp>
      <p:sp>
        <p:nvSpPr>
          <p:cNvPr id="1238425929" name="TextBox 3"/>
          <p:cNvSpPr txBox="1"/>
          <p:nvPr/>
        </p:nvSpPr>
        <p:spPr bwMode="auto">
          <a:xfrm>
            <a:off x="107285" y="5855755"/>
            <a:ext cx="12192211" cy="373739"/>
          </a:xfrm>
          <a:prstGeom prst="rect">
            <a:avLst/>
          </a:prstGeom>
          <a:noFill/>
        </p:spPr>
        <p:txBody>
          <a:bodyPr wrap="square" rtlCol="0" anchor="ctr">
            <a:spAutoFit/>
          </a:bodyPr>
          <a:lstStyle/>
          <a:p>
            <a:pPr algn="ctr">
              <a:defRPr/>
            </a:pPr>
            <a:r>
              <a:rPr lang="en-US" sz="1850" b="0" i="0" u="none" strike="noStrike" cap="none" spc="0">
                <a:solidFill>
                  <a:schemeClr val="bg1"/>
                </a:solidFill>
                <a:latin typeface="Arial"/>
                <a:ea typeface="Arial"/>
                <a:cs typeface="Arial"/>
              </a:rPr>
              <a:t>https://github.com/Mario-35/Stean</a:t>
            </a:r>
            <a:endParaRPr lang="ko-KR" sz="1850">
              <a:solidFill>
                <a:schemeClr val="bg1"/>
              </a:solidFill>
              <a:cs typeface="Arial"/>
            </a:endParaRPr>
          </a:p>
        </p:txBody>
      </p:sp>
      <p:sp>
        <p:nvSpPr>
          <p:cNvPr id="593717423" name="TextBox 3"/>
          <p:cNvSpPr txBox="1"/>
          <p:nvPr/>
        </p:nvSpPr>
        <p:spPr bwMode="auto">
          <a:xfrm>
            <a:off x="107285" y="6211246"/>
            <a:ext cx="12192211" cy="373739"/>
          </a:xfrm>
          <a:prstGeom prst="rect">
            <a:avLst/>
          </a:prstGeom>
          <a:noFill/>
        </p:spPr>
        <p:txBody>
          <a:bodyPr wrap="square" rtlCol="0" anchor="ctr">
            <a:spAutoFit/>
          </a:bodyPr>
          <a:lstStyle/>
          <a:p>
            <a:pPr algn="ctr">
              <a:defRPr/>
            </a:pPr>
            <a:r>
              <a:rPr lang="en-US" sz="1850" b="0" i="0" u="none" strike="noStrike" cap="none" spc="0">
                <a:solidFill>
                  <a:schemeClr val="bg1"/>
                </a:solidFill>
                <a:latin typeface="Arial"/>
                <a:ea typeface="Arial"/>
                <a:cs typeface="Arial"/>
              </a:rPr>
              <a:t>https://sensorthings.umrsas.inrae.fr/agrhys/v1.1/query</a:t>
            </a:r>
            <a:endParaRPr lang="ko-KR" sz="1850">
              <a:solidFill>
                <a:schemeClr val="bg1"/>
              </a:solidFil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Cover and End Slide Master">
  <a:themeElements>
    <a:clrScheme name="ALLPPT COLOR - 104">
      <a:dk1>
        <a:sysClr val="windowText" lastClr="000000"/>
      </a:dk1>
      <a:lt1>
        <a:sysClr val="window" lastClr="FFFFFF"/>
      </a:lt1>
      <a:dk2>
        <a:srgbClr val="1F497D"/>
      </a:dk2>
      <a:lt2>
        <a:srgbClr val="EEECE1"/>
      </a:lt2>
      <a:accent1>
        <a:srgbClr val="196491"/>
      </a:accent1>
      <a:accent2>
        <a:srgbClr val="0587AF"/>
      </a:accent2>
      <a:accent3>
        <a:srgbClr val="19A5BE"/>
      </a:accent3>
      <a:accent4>
        <a:srgbClr val="53C3CD"/>
      </a:accent4>
      <a:accent5>
        <a:srgbClr val="5AB4C1"/>
      </a:accent5>
      <a:accent6>
        <a:srgbClr val="1A8EA9"/>
      </a:accent6>
      <a:hlink>
        <a:srgbClr val="0000FF"/>
      </a:hlink>
      <a:folHlink>
        <a:srgbClr val="800080"/>
      </a:folHlink>
    </a:clrScheme>
    <a:fontScheme name="ALLPPT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ontents Slide Master">
  <a:themeElements>
    <a:clrScheme name="ALLPPT COLOR - 104">
      <a:dk1>
        <a:sysClr val="windowText" lastClr="000000"/>
      </a:dk1>
      <a:lt1>
        <a:sysClr val="window" lastClr="FFFFFF"/>
      </a:lt1>
      <a:dk2>
        <a:srgbClr val="1F497D"/>
      </a:dk2>
      <a:lt2>
        <a:srgbClr val="EEECE1"/>
      </a:lt2>
      <a:accent1>
        <a:srgbClr val="196491"/>
      </a:accent1>
      <a:accent2>
        <a:srgbClr val="0587AF"/>
      </a:accent2>
      <a:accent3>
        <a:srgbClr val="19A5BE"/>
      </a:accent3>
      <a:accent4>
        <a:srgbClr val="53C3CD"/>
      </a:accent4>
      <a:accent5>
        <a:srgbClr val="5AB4C1"/>
      </a:accent5>
      <a:accent6>
        <a:srgbClr val="1A8EA9"/>
      </a:accent6>
      <a:hlink>
        <a:srgbClr val="0000FF"/>
      </a:hlink>
      <a:folHlink>
        <a:srgbClr val="800080"/>
      </a:folHlink>
    </a:clrScheme>
    <a:fontScheme name="ALLPPT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onlyoffice/9.3.1.10</Application>
  <PresentationFormat>On-screen Show (4:3)</PresentationFormat>
  <Paragraphs>0</Paragraphs>
  <Slides>25</Slides>
  <Notes>25</Notes>
  <HiddenSlides>0</HiddenSlides>
  <MMClips>2</MMClips>
  <ScaleCrop>0</ScaleCrop>
  <HeadingPairs>
    <vt:vector size="4" baseType="variant">
      <vt:variant>
        <vt:lpstr>Theme</vt:lpstr>
      </vt:variant>
      <vt:variant>
        <vt:i4>2</vt:i4>
      </vt:variant>
      <vt:variant>
        <vt:lpstr>Slide Titles</vt:lpstr>
      </vt:variant>
      <vt:variant>
        <vt:i4>25</vt:i4>
      </vt:variant>
    </vt:vector>
  </HeadingPairs>
  <TitlesOfParts>
    <vt:vector size="27" baseType="lpstr">
      <vt:lpstr>Theme 1</vt:lpstr>
      <vt:lpstr>Theme 2</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Mario.Adam@inrae.fr</dc:creator>
  <cp:lastModifiedBy>Mario Adam (mario.adam@inrae.fr)</cp:lastModifiedBy>
  <cp:revision>344</cp:revision>
  <dcterms:created xsi:type="dcterms:W3CDTF">2019-01-14T06:35:35Z</dcterms:created>
  <dcterms:modified xsi:type="dcterms:W3CDTF">2026-09-25T05:24:39Z</dcterms:modified>
</cp:coreProperties>
</file>